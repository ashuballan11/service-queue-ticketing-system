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2" r:id="rId7"/>
    <p:sldId id="302" r:id="rId8"/>
    <p:sldId id="263" r:id="rId9"/>
    <p:sldId id="303" r:id="rId10"/>
    <p:sldId id="300" r:id="rId11"/>
    <p:sldId id="301" r:id="rId12"/>
    <p:sldId id="304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4383DC-E733-4804-838B-6A5850B1E479}">
  <a:tblStyle styleId="{D34383DC-E733-4804-838B-6A5850B1E4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E641853D-7853-F5F6-5C31-FB4D484B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>
            <a:extLst>
              <a:ext uri="{FF2B5EF4-FFF2-40B4-BE49-F238E27FC236}">
                <a16:creationId xmlns:a16="http://schemas.microsoft.com/office/drawing/2014/main" id="{12113194-9F35-1259-F21D-80830A1A1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74" name="Google Shape;574;ge7f9c668d6_0_23:notes">
            <a:extLst>
              <a:ext uri="{FF2B5EF4-FFF2-40B4-BE49-F238E27FC236}">
                <a16:creationId xmlns:a16="http://schemas.microsoft.com/office/drawing/2014/main" id="{5972D44C-D828-9EB8-25C9-5F4395D7A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182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49045856-0C14-7809-BE2B-E7B85014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>
            <a:extLst>
              <a:ext uri="{FF2B5EF4-FFF2-40B4-BE49-F238E27FC236}">
                <a16:creationId xmlns:a16="http://schemas.microsoft.com/office/drawing/2014/main" id="{53E76B44-356C-D5BF-9E00-1D1A487F0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0" name="Google Shape;510;ge7f9c668d6_0_18:notes">
            <a:extLst>
              <a:ext uri="{FF2B5EF4-FFF2-40B4-BE49-F238E27FC236}">
                <a16:creationId xmlns:a16="http://schemas.microsoft.com/office/drawing/2014/main" id="{5AD65A78-DD29-2184-0C25-394EC3CE6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856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508254B3-0F11-DA40-AE98-9C3E390C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e7f9c668d6_0_43:notes">
            <a:extLst>
              <a:ext uri="{FF2B5EF4-FFF2-40B4-BE49-F238E27FC236}">
                <a16:creationId xmlns:a16="http://schemas.microsoft.com/office/drawing/2014/main" id="{B313C30C-E849-3F26-1BD6-1C0954957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8" name="Google Shape;658;ge7f9c668d6_0_43:notes">
            <a:extLst>
              <a:ext uri="{FF2B5EF4-FFF2-40B4-BE49-F238E27FC236}">
                <a16:creationId xmlns:a16="http://schemas.microsoft.com/office/drawing/2014/main" id="{66650A42-CC3C-075D-04B3-6C0DB14C1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107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545F7711-2BEF-FC16-BA89-DEAD7C99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e7f9c668d6_0_43:notes">
            <a:extLst>
              <a:ext uri="{FF2B5EF4-FFF2-40B4-BE49-F238E27FC236}">
                <a16:creationId xmlns:a16="http://schemas.microsoft.com/office/drawing/2014/main" id="{681BBB30-2776-6B3C-CCBF-C85BFDAA73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8" name="Google Shape;658;ge7f9c668d6_0_43:notes">
            <a:extLst>
              <a:ext uri="{FF2B5EF4-FFF2-40B4-BE49-F238E27FC236}">
                <a16:creationId xmlns:a16="http://schemas.microsoft.com/office/drawing/2014/main" id="{6B42FDA5-8A48-788B-294F-3D049946A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322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>
          <a:extLst>
            <a:ext uri="{FF2B5EF4-FFF2-40B4-BE49-F238E27FC236}">
              <a16:creationId xmlns:a16="http://schemas.microsoft.com/office/drawing/2014/main" id="{E12920B2-C478-3D17-6F21-8DD5015D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e7f9c668d6_0_43:notes">
            <a:extLst>
              <a:ext uri="{FF2B5EF4-FFF2-40B4-BE49-F238E27FC236}">
                <a16:creationId xmlns:a16="http://schemas.microsoft.com/office/drawing/2014/main" id="{4BD838DB-5DBF-24D5-C53B-927BE6F8F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8" name="Google Shape;658;ge7f9c668d6_0_43:notes">
            <a:extLst>
              <a:ext uri="{FF2B5EF4-FFF2-40B4-BE49-F238E27FC236}">
                <a16:creationId xmlns:a16="http://schemas.microsoft.com/office/drawing/2014/main" id="{E7F915CC-9CDE-7BCC-53AF-5A9FB0AA2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860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1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subTitle" idx="2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3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4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ubTitle" idx="5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6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8" r:id="rId6"/>
    <p:sldLayoutId id="2147483659" r:id="rId7"/>
    <p:sldLayoutId id="2147483661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145300" y="1089562"/>
            <a:ext cx="7172789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I</a:t>
            </a:r>
            <a:r>
              <a:rPr lang="en" dirty="0"/>
              <a:t>ntroduction to Programming</a:t>
            </a:r>
            <a:br>
              <a:rPr lang="en" dirty="0"/>
            </a:br>
            <a:r>
              <a:rPr lang="en" dirty="0">
                <a:solidFill>
                  <a:schemeClr val="accent3"/>
                </a:solidFill>
              </a:rPr>
              <a:t>}</a:t>
            </a:r>
            <a:br>
              <a:rPr lang="en" dirty="0">
                <a:solidFill>
                  <a:schemeClr val="accent3"/>
                </a:solidFill>
              </a:rPr>
            </a:br>
            <a:r>
              <a:rPr lang="en" dirty="0"/>
              <a:t> </a:t>
            </a:r>
            <a:r>
              <a:rPr lang="en" dirty="0">
                <a:solidFill>
                  <a:schemeClr val="accent2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accent2"/>
                </a:solidFill>
              </a:rPr>
              <a:t>// team : </a:t>
            </a:r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dirty="0">
                <a:solidFill>
                  <a:schemeClr val="accent2"/>
                </a:solidFill>
                <a:latin typeface="Fira Code" panose="020F0502020204030204" pitchFamily="49" charset="0"/>
                <a:ea typeface="Fira Code" panose="020F0502020204030204" pitchFamily="49" charset="0"/>
                <a:cs typeface="Fira Code" panose="020F0502020204030204" pitchFamily="49" charset="0"/>
              </a:rPr>
              <a:t>Ahmed Ibrahim  • Ashutosh Ballan</a:t>
            </a:r>
            <a:r>
              <a:rPr lang="en" dirty="0">
                <a:solidFill>
                  <a:schemeClr val="accent2"/>
                </a:solidFill>
                <a:latin typeface="Fira Code" panose="020F0502020204030204" pitchFamily="49" charset="0"/>
                <a:ea typeface="Fira Code" panose="020F0502020204030204" pitchFamily="49" charset="0"/>
                <a:cs typeface="Fira Code" panose="020F0502020204030204" pitchFamily="49" charset="0"/>
              </a:rPr>
              <a:t>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7355274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instructor:</a:t>
            </a:r>
            <a:r>
              <a:rPr lang="en" dirty="0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lt2"/>
                </a:solidFill>
              </a:rPr>
              <a:t>professor </a:t>
            </a:r>
            <a:r>
              <a:rPr lang="en">
                <a:solidFill>
                  <a:schemeClr val="lt2"/>
                </a:solidFill>
              </a:rPr>
              <a:t>Mohamed Eliemy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</a:t>
            </a:r>
            <a:r>
              <a:rPr lang="en" sz="1400" dirty="0"/>
              <a:t>ervice queue ticketing system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F</a:t>
            </a:r>
            <a:r>
              <a:rPr lang="en" sz="1400" dirty="0"/>
              <a:t>inal presentation 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Contents Of </a:t>
            </a:r>
            <a:r>
              <a:rPr lang="en" dirty="0">
                <a:solidFill>
                  <a:schemeClr val="accent2"/>
                </a:solidFill>
              </a:rPr>
              <a:t>‘This Template’;</a:t>
            </a:r>
            <a:r>
              <a:rPr lang="en" dirty="0">
                <a:solidFill>
                  <a:schemeClr val="accent6"/>
                </a:solidFill>
              </a:rPr>
              <a:t> {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</a:rPr>
              <a:t>//Introduction {overview, problem statement, objectives}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</a:rPr>
              <a:t>Design {structures, queue, file format, user stories}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</a:rPr>
              <a:t>Implementation &amp; demo {key code + live demo/screenshots}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</a:rPr>
              <a:t>Conclusion{summary + improvements}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2D050"/>
                </a:solidFill>
              </a:rPr>
              <a:t>Q&amp;A</a:t>
            </a:r>
          </a:p>
          <a:p>
            <a:pPr marL="285750" indent="-285750"/>
            <a:endParaRPr lang="en-US" sz="1600" dirty="0">
              <a:solidFill>
                <a:srgbClr val="92D050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agenda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O</a:t>
            </a:r>
            <a:r>
              <a:rPr lang="en" dirty="0">
                <a:solidFill>
                  <a:schemeClr val="accent3"/>
                </a:solidFill>
              </a:rPr>
              <a:t>utline of the presentation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16741-5FA9-D76A-D4BC-40FB8FE5F2BE}"/>
              </a:ext>
            </a:extLst>
          </p:cNvPr>
          <p:cNvSpPr txBox="1"/>
          <p:nvPr/>
        </p:nvSpPr>
        <p:spPr>
          <a:xfrm>
            <a:off x="452776" y="3818715"/>
            <a:ext cx="2225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1" name="Google Shape;481;p29"/>
          <p:cNvSpPr txBox="1">
            <a:spLocks noGrp="1"/>
          </p:cNvSpPr>
          <p:nvPr>
            <p:ph type="subTitle" idx="1"/>
          </p:nvPr>
        </p:nvSpPr>
        <p:spPr>
          <a:xfrm>
            <a:off x="2332549" y="1775113"/>
            <a:ext cx="5911419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2D050"/>
                </a:solidFill>
              </a:rPr>
              <a:t>// A simple, easy to implement ticketing system used in clinics, banks, and resturants. 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he use of the system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"/>
          </p:nvPr>
        </p:nvSpPr>
        <p:spPr>
          <a:xfrm>
            <a:off x="3722223" y="2731226"/>
            <a:ext cx="5421777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</a:rPr>
              <a:t>// customers join a queue, they receive a numbered ticket, and are served in order {first come first serve 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3" y="2369962"/>
            <a:ext cx="3727087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of the system</a:t>
            </a:r>
            <a:endParaRPr dirty="0"/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7"/>
          </p:nvPr>
        </p:nvSpPr>
        <p:spPr>
          <a:xfrm>
            <a:off x="5114974" y="3738592"/>
            <a:ext cx="4309439" cy="615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</a:rPr>
              <a:t>// The project applies core C++ concepts, struct, arrays, functions, file handling, and input validation.</a:t>
            </a:r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 used 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dirty="0">
                <a:solidFill>
                  <a:schemeClr val="accent2"/>
                </a:solidFill>
              </a:rPr>
              <a:t>‘Contents’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roject overview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240149" y="1151939"/>
            <a:ext cx="6562467" cy="1159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</a:rPr>
              <a:t>// manual queue management can cause confusion, unfair serving, and a poor user experience.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</a:rPr>
              <a:t>//many services need a lightweight solution that is clear for the customers and staff.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513" name="Google Shape;513;p31"/>
          <p:cNvSpPr txBox="1">
            <a:spLocks noGrp="1"/>
          </p:cNvSpPr>
          <p:nvPr>
            <p:ph type="subTitle" idx="1"/>
          </p:nvPr>
        </p:nvSpPr>
        <p:spPr>
          <a:xfrm>
            <a:off x="2240149" y="3143326"/>
            <a:ext cx="6843729" cy="12879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// generate sequential ticket numbers {#1,#2,#3,…}.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// maintain a waiting queue and a served-history list.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// save and load tickets from a file; validate user inputs via menu.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14" name="Google Shape;514;p31"/>
          <p:cNvSpPr txBox="1">
            <a:spLocks noGrp="1"/>
          </p:cNvSpPr>
          <p:nvPr>
            <p:ph type="subTitle" idx="3"/>
          </p:nvPr>
        </p:nvSpPr>
        <p:spPr>
          <a:xfrm>
            <a:off x="1143249" y="2612625"/>
            <a:ext cx="4865097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B0F0"/>
                </a:solidFill>
              </a:rPr>
              <a:t>O</a:t>
            </a:r>
            <a:r>
              <a:rPr lang="en" dirty="0">
                <a:solidFill>
                  <a:srgbClr val="00B0F0"/>
                </a:solidFill>
              </a:rPr>
              <a:t>bjectives &lt; /2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49" y="621240"/>
            <a:ext cx="5952491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roblem statment &lt; /1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1707878" y="3444511"/>
            <a:ext cx="320088" cy="260682"/>
            <a:chOff x="5899913" y="4248925"/>
            <a:chExt cx="639025" cy="524300"/>
          </a:xfrm>
        </p:grpSpPr>
        <p:sp>
          <p:nvSpPr>
            <p:cNvPr id="533" name="Google Shape;533;p31"/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intoduction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roblem stat</a:t>
            </a:r>
            <a:r>
              <a:rPr lang="en-US" dirty="0"/>
              <a:t>e</a:t>
            </a:r>
            <a:r>
              <a:rPr lang="en" dirty="0"/>
              <a:t>ment &amp; objectives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1614876" y="3361546"/>
            <a:ext cx="506092" cy="426611"/>
            <a:chOff x="1665363" y="1706700"/>
            <a:chExt cx="578325" cy="487500"/>
          </a:xfrm>
        </p:grpSpPr>
        <p:sp>
          <p:nvSpPr>
            <p:cNvPr id="549" name="Google Shape;549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/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3"/>
          </a:xfrm>
        </p:grpSpPr>
        <p:cxnSp>
          <p:nvCxnSpPr>
            <p:cNvPr id="552" name="Google Shape;552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/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99688" y="425412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01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328399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work division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2605788" y="2409587"/>
            <a:ext cx="5764743" cy="19429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//ticket and customer data structures{Ahmed}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//Ticket generation and numbering{Ahmed}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//Queue management: add &amp; serve{Ashutosh}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//file handling: save/load ticket history{Ahmed}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//input validation and error handling{Ashutosh}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//menu based CLI system{Ashutosh}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2099688" y="377352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 dirty="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52738" y="166542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design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C</a:t>
            </a:r>
            <a:r>
              <a:rPr lang="en" dirty="0">
                <a:solidFill>
                  <a:schemeClr val="accent3"/>
                </a:solidFill>
              </a:rPr>
              <a:t>ore challenges &amp; responsibilities 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1" y="5083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stories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6" name="Google Shape;586;p33"/>
          <p:cNvSpPr txBox="1"/>
          <p:nvPr/>
        </p:nvSpPr>
        <p:spPr>
          <a:xfrm>
            <a:off x="1658790" y="2084832"/>
            <a:ext cx="6734251" cy="183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a customer, I want to receive a ticket so I can be served fairly.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a customer, I want to see how many people are waiting.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staff, I want to serve the next customer smoothly.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staff, I want to know which ticket to serve next.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the system, I want to detect incorrect input to avoid errors.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//As an administrator, I want tickets saved for record keeping.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618" name="Google Shape;618;p33"/>
          <p:cNvGrpSpPr/>
          <p:nvPr/>
        </p:nvGrpSpPr>
        <p:grpSpPr>
          <a:xfrm>
            <a:off x="8423276" y="3937233"/>
            <a:ext cx="231293" cy="365730"/>
            <a:chOff x="1461488" y="3250125"/>
            <a:chExt cx="394900" cy="624325"/>
          </a:xfrm>
        </p:grpSpPr>
        <p:sp>
          <p:nvSpPr>
            <p:cNvPr id="619" name="Google Shape;619;p33"/>
            <p:cNvSpPr/>
            <p:nvPr/>
          </p:nvSpPr>
          <p:spPr>
            <a:xfrm>
              <a:off x="1474763" y="3313650"/>
              <a:ext cx="370725" cy="548950"/>
            </a:xfrm>
            <a:custGeom>
              <a:avLst/>
              <a:gdLst/>
              <a:ahLst/>
              <a:cxnLst/>
              <a:rect l="l" t="t" r="r" b="b"/>
              <a:pathLst>
                <a:path w="14829" h="21958" extrusionOk="0">
                  <a:moveTo>
                    <a:pt x="4589" y="1"/>
                  </a:moveTo>
                  <a:cubicBezTo>
                    <a:pt x="3774" y="1"/>
                    <a:pt x="3129" y="645"/>
                    <a:pt x="3129" y="1461"/>
                  </a:cubicBezTo>
                  <a:lnTo>
                    <a:pt x="3129" y="8704"/>
                  </a:lnTo>
                  <a:lnTo>
                    <a:pt x="1593" y="9747"/>
                  </a:lnTo>
                  <a:cubicBezTo>
                    <a:pt x="513" y="10448"/>
                    <a:pt x="1" y="11757"/>
                    <a:pt x="285" y="13008"/>
                  </a:cubicBezTo>
                  <a:cubicBezTo>
                    <a:pt x="892" y="15568"/>
                    <a:pt x="2219" y="17900"/>
                    <a:pt x="4096" y="19720"/>
                  </a:cubicBezTo>
                  <a:lnTo>
                    <a:pt x="4096" y="21958"/>
                  </a:lnTo>
                  <a:lnTo>
                    <a:pt x="12838" y="21958"/>
                  </a:lnTo>
                  <a:lnTo>
                    <a:pt x="12838" y="19720"/>
                  </a:lnTo>
                  <a:cubicBezTo>
                    <a:pt x="14108" y="17824"/>
                    <a:pt x="14791" y="15587"/>
                    <a:pt x="14791" y="13312"/>
                  </a:cubicBezTo>
                  <a:lnTo>
                    <a:pt x="14791" y="9519"/>
                  </a:lnTo>
                  <a:cubicBezTo>
                    <a:pt x="14829" y="8685"/>
                    <a:pt x="14165" y="8002"/>
                    <a:pt x="13331" y="8002"/>
                  </a:cubicBezTo>
                  <a:cubicBezTo>
                    <a:pt x="12542" y="8002"/>
                    <a:pt x="11906" y="8612"/>
                    <a:pt x="11871" y="9384"/>
                  </a:cubicBezTo>
                  <a:lnTo>
                    <a:pt x="11871" y="9384"/>
                  </a:lnTo>
                  <a:lnTo>
                    <a:pt x="11871" y="8552"/>
                  </a:lnTo>
                  <a:cubicBezTo>
                    <a:pt x="11871" y="7737"/>
                    <a:pt x="11226" y="7092"/>
                    <a:pt x="10411" y="7092"/>
                  </a:cubicBezTo>
                  <a:cubicBezTo>
                    <a:pt x="9614" y="7092"/>
                    <a:pt x="8951" y="7737"/>
                    <a:pt x="8951" y="8552"/>
                  </a:cubicBezTo>
                  <a:lnTo>
                    <a:pt x="8951" y="7566"/>
                  </a:lnTo>
                  <a:cubicBezTo>
                    <a:pt x="8951" y="6770"/>
                    <a:pt x="8306" y="6106"/>
                    <a:pt x="7509" y="6106"/>
                  </a:cubicBezTo>
                  <a:cubicBezTo>
                    <a:pt x="6694" y="6106"/>
                    <a:pt x="6049" y="6770"/>
                    <a:pt x="6049" y="7566"/>
                  </a:cubicBezTo>
                  <a:lnTo>
                    <a:pt x="6049" y="1461"/>
                  </a:lnTo>
                  <a:cubicBezTo>
                    <a:pt x="6049" y="645"/>
                    <a:pt x="5386" y="1"/>
                    <a:pt x="4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83838" y="3624350"/>
              <a:ext cx="28475" cy="24475"/>
            </a:xfrm>
            <a:custGeom>
              <a:avLst/>
              <a:gdLst/>
              <a:ahLst/>
              <a:cxnLst/>
              <a:rect l="l" t="t" r="r" b="b"/>
              <a:pathLst>
                <a:path w="1139" h="979" extrusionOk="0">
                  <a:moveTo>
                    <a:pt x="492" y="1"/>
                  </a:moveTo>
                  <a:cubicBezTo>
                    <a:pt x="242" y="1"/>
                    <a:pt x="1" y="191"/>
                    <a:pt x="1" y="485"/>
                  </a:cubicBezTo>
                  <a:cubicBezTo>
                    <a:pt x="1" y="751"/>
                    <a:pt x="209" y="978"/>
                    <a:pt x="475" y="978"/>
                  </a:cubicBezTo>
                  <a:cubicBezTo>
                    <a:pt x="911" y="978"/>
                    <a:pt x="1138" y="466"/>
                    <a:pt x="835" y="144"/>
                  </a:cubicBezTo>
                  <a:cubicBezTo>
                    <a:pt x="736" y="45"/>
                    <a:pt x="613" y="1"/>
                    <a:pt x="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461488" y="3301325"/>
              <a:ext cx="394900" cy="573125"/>
            </a:xfrm>
            <a:custGeom>
              <a:avLst/>
              <a:gdLst/>
              <a:ahLst/>
              <a:cxnLst/>
              <a:rect l="l" t="t" r="r" b="b"/>
              <a:pathLst>
                <a:path w="15796" h="22925" extrusionOk="0">
                  <a:moveTo>
                    <a:pt x="5120" y="972"/>
                  </a:moveTo>
                  <a:cubicBezTo>
                    <a:pt x="5604" y="972"/>
                    <a:pt x="6087" y="1299"/>
                    <a:pt x="6087" y="1954"/>
                  </a:cubicBezTo>
                  <a:lnTo>
                    <a:pt x="6087" y="11472"/>
                  </a:lnTo>
                  <a:cubicBezTo>
                    <a:pt x="6087" y="11795"/>
                    <a:pt x="6334" y="11956"/>
                    <a:pt x="6580" y="11956"/>
                  </a:cubicBezTo>
                  <a:cubicBezTo>
                    <a:pt x="6827" y="11956"/>
                    <a:pt x="7073" y="11795"/>
                    <a:pt x="7073" y="11472"/>
                  </a:cubicBezTo>
                  <a:lnTo>
                    <a:pt x="7073" y="8059"/>
                  </a:lnTo>
                  <a:cubicBezTo>
                    <a:pt x="7073" y="7415"/>
                    <a:pt x="7557" y="7092"/>
                    <a:pt x="8040" y="7092"/>
                  </a:cubicBezTo>
                  <a:cubicBezTo>
                    <a:pt x="8524" y="7092"/>
                    <a:pt x="9008" y="7415"/>
                    <a:pt x="9008" y="8059"/>
                  </a:cubicBezTo>
                  <a:lnTo>
                    <a:pt x="9008" y="11472"/>
                  </a:lnTo>
                  <a:cubicBezTo>
                    <a:pt x="9008" y="11795"/>
                    <a:pt x="9249" y="11956"/>
                    <a:pt x="9491" y="11956"/>
                  </a:cubicBezTo>
                  <a:cubicBezTo>
                    <a:pt x="9733" y="11956"/>
                    <a:pt x="9975" y="11795"/>
                    <a:pt x="9975" y="11472"/>
                  </a:cubicBezTo>
                  <a:lnTo>
                    <a:pt x="9975" y="9045"/>
                  </a:lnTo>
                  <a:cubicBezTo>
                    <a:pt x="9975" y="8391"/>
                    <a:pt x="10463" y="8064"/>
                    <a:pt x="10951" y="8064"/>
                  </a:cubicBezTo>
                  <a:cubicBezTo>
                    <a:pt x="11439" y="8064"/>
                    <a:pt x="11928" y="8391"/>
                    <a:pt x="11928" y="9045"/>
                  </a:cubicBezTo>
                  <a:lnTo>
                    <a:pt x="11928" y="11472"/>
                  </a:lnTo>
                  <a:cubicBezTo>
                    <a:pt x="11928" y="11795"/>
                    <a:pt x="12169" y="11956"/>
                    <a:pt x="12411" y="11956"/>
                  </a:cubicBezTo>
                  <a:cubicBezTo>
                    <a:pt x="12653" y="11956"/>
                    <a:pt x="12895" y="11795"/>
                    <a:pt x="12895" y="11472"/>
                  </a:cubicBezTo>
                  <a:lnTo>
                    <a:pt x="12895" y="10012"/>
                  </a:lnTo>
                  <a:cubicBezTo>
                    <a:pt x="12857" y="9330"/>
                    <a:pt x="13359" y="8988"/>
                    <a:pt x="13862" y="8988"/>
                  </a:cubicBezTo>
                  <a:cubicBezTo>
                    <a:pt x="14364" y="8988"/>
                    <a:pt x="14867" y="9330"/>
                    <a:pt x="14829" y="10012"/>
                  </a:cubicBezTo>
                  <a:lnTo>
                    <a:pt x="14829" y="13805"/>
                  </a:lnTo>
                  <a:cubicBezTo>
                    <a:pt x="14829" y="15985"/>
                    <a:pt x="14184" y="18128"/>
                    <a:pt x="12970" y="19948"/>
                  </a:cubicBezTo>
                  <a:cubicBezTo>
                    <a:pt x="12914" y="20024"/>
                    <a:pt x="12895" y="20119"/>
                    <a:pt x="12895" y="20213"/>
                  </a:cubicBezTo>
                  <a:lnTo>
                    <a:pt x="12895" y="21977"/>
                  </a:lnTo>
                  <a:lnTo>
                    <a:pt x="5120" y="21977"/>
                  </a:lnTo>
                  <a:lnTo>
                    <a:pt x="5120" y="20213"/>
                  </a:lnTo>
                  <a:cubicBezTo>
                    <a:pt x="5120" y="20081"/>
                    <a:pt x="5064" y="19967"/>
                    <a:pt x="4969" y="19872"/>
                  </a:cubicBezTo>
                  <a:cubicBezTo>
                    <a:pt x="4040" y="18962"/>
                    <a:pt x="3243" y="17938"/>
                    <a:pt x="2617" y="16800"/>
                  </a:cubicBezTo>
                  <a:cubicBezTo>
                    <a:pt x="2011" y="15720"/>
                    <a:pt x="1575" y="14582"/>
                    <a:pt x="1290" y="13387"/>
                  </a:cubicBezTo>
                  <a:cubicBezTo>
                    <a:pt x="1044" y="12326"/>
                    <a:pt x="1480" y="11226"/>
                    <a:pt x="2390" y="10638"/>
                  </a:cubicBezTo>
                  <a:lnTo>
                    <a:pt x="3186" y="10107"/>
                  </a:lnTo>
                  <a:lnTo>
                    <a:pt x="3186" y="13406"/>
                  </a:lnTo>
                  <a:cubicBezTo>
                    <a:pt x="3186" y="13729"/>
                    <a:pt x="3428" y="13890"/>
                    <a:pt x="3670" y="13890"/>
                  </a:cubicBezTo>
                  <a:cubicBezTo>
                    <a:pt x="3912" y="13890"/>
                    <a:pt x="4153" y="13729"/>
                    <a:pt x="4153" y="13406"/>
                  </a:cubicBezTo>
                  <a:lnTo>
                    <a:pt x="4153" y="1954"/>
                  </a:lnTo>
                  <a:cubicBezTo>
                    <a:pt x="4153" y="1299"/>
                    <a:pt x="4637" y="972"/>
                    <a:pt x="5120" y="972"/>
                  </a:cubicBezTo>
                  <a:close/>
                  <a:moveTo>
                    <a:pt x="5101" y="1"/>
                  </a:moveTo>
                  <a:cubicBezTo>
                    <a:pt x="4040" y="1"/>
                    <a:pt x="3167" y="873"/>
                    <a:pt x="3167" y="1954"/>
                  </a:cubicBezTo>
                  <a:lnTo>
                    <a:pt x="3167" y="8931"/>
                  </a:lnTo>
                  <a:lnTo>
                    <a:pt x="1840" y="9823"/>
                  </a:lnTo>
                  <a:cubicBezTo>
                    <a:pt x="589" y="10657"/>
                    <a:pt x="1" y="12155"/>
                    <a:pt x="342" y="13615"/>
                  </a:cubicBezTo>
                  <a:lnTo>
                    <a:pt x="361" y="13615"/>
                  </a:lnTo>
                  <a:cubicBezTo>
                    <a:pt x="949" y="16175"/>
                    <a:pt x="2257" y="18526"/>
                    <a:pt x="4134" y="20403"/>
                  </a:cubicBezTo>
                  <a:lnTo>
                    <a:pt x="4153" y="20403"/>
                  </a:lnTo>
                  <a:lnTo>
                    <a:pt x="4153" y="22451"/>
                  </a:lnTo>
                  <a:cubicBezTo>
                    <a:pt x="4153" y="22716"/>
                    <a:pt x="4362" y="22925"/>
                    <a:pt x="4627" y="22925"/>
                  </a:cubicBezTo>
                  <a:lnTo>
                    <a:pt x="13369" y="22925"/>
                  </a:lnTo>
                  <a:cubicBezTo>
                    <a:pt x="13634" y="22925"/>
                    <a:pt x="13862" y="22716"/>
                    <a:pt x="13843" y="22451"/>
                  </a:cubicBezTo>
                  <a:lnTo>
                    <a:pt x="13843" y="20346"/>
                  </a:lnTo>
                  <a:cubicBezTo>
                    <a:pt x="15113" y="18393"/>
                    <a:pt x="15796" y="16118"/>
                    <a:pt x="15796" y="13786"/>
                  </a:cubicBezTo>
                  <a:lnTo>
                    <a:pt x="15796" y="9993"/>
                  </a:lnTo>
                  <a:cubicBezTo>
                    <a:pt x="15796" y="8851"/>
                    <a:pt x="14853" y="8046"/>
                    <a:pt x="13842" y="8046"/>
                  </a:cubicBezTo>
                  <a:cubicBezTo>
                    <a:pt x="13477" y="8046"/>
                    <a:pt x="13104" y="8150"/>
                    <a:pt x="12762" y="8382"/>
                  </a:cubicBezTo>
                  <a:cubicBezTo>
                    <a:pt x="12496" y="7604"/>
                    <a:pt x="11757" y="7092"/>
                    <a:pt x="10942" y="7092"/>
                  </a:cubicBezTo>
                  <a:cubicBezTo>
                    <a:pt x="10913" y="7091"/>
                    <a:pt x="10885" y="7090"/>
                    <a:pt x="10856" y="7090"/>
                  </a:cubicBezTo>
                  <a:cubicBezTo>
                    <a:pt x="10489" y="7090"/>
                    <a:pt x="10142" y="7203"/>
                    <a:pt x="9861" y="7415"/>
                  </a:cubicBezTo>
                  <a:cubicBezTo>
                    <a:pt x="9566" y="6597"/>
                    <a:pt x="8806" y="6111"/>
                    <a:pt x="8018" y="6111"/>
                  </a:cubicBezTo>
                  <a:cubicBezTo>
                    <a:pt x="7691" y="6111"/>
                    <a:pt x="7360" y="6194"/>
                    <a:pt x="7054" y="6372"/>
                  </a:cubicBezTo>
                  <a:lnTo>
                    <a:pt x="7054" y="1954"/>
                  </a:lnTo>
                  <a:cubicBezTo>
                    <a:pt x="7054" y="873"/>
                    <a:pt x="6182" y="1"/>
                    <a:pt x="5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741663" y="3674550"/>
              <a:ext cx="63050" cy="117175"/>
            </a:xfrm>
            <a:custGeom>
              <a:avLst/>
              <a:gdLst/>
              <a:ahLst/>
              <a:cxnLst/>
              <a:rect l="l" t="t" r="r" b="b"/>
              <a:pathLst>
                <a:path w="2522" h="4687" extrusionOk="0">
                  <a:moveTo>
                    <a:pt x="2023" y="1"/>
                  </a:moveTo>
                  <a:cubicBezTo>
                    <a:pt x="1835" y="1"/>
                    <a:pt x="1648" y="106"/>
                    <a:pt x="1574" y="336"/>
                  </a:cubicBezTo>
                  <a:cubicBezTo>
                    <a:pt x="1365" y="1625"/>
                    <a:pt x="872" y="2857"/>
                    <a:pt x="152" y="3938"/>
                  </a:cubicBezTo>
                  <a:cubicBezTo>
                    <a:pt x="0" y="4147"/>
                    <a:pt x="57" y="4469"/>
                    <a:pt x="284" y="4602"/>
                  </a:cubicBezTo>
                  <a:cubicBezTo>
                    <a:pt x="370" y="4659"/>
                    <a:pt x="464" y="4687"/>
                    <a:pt x="556" y="4687"/>
                  </a:cubicBezTo>
                  <a:cubicBezTo>
                    <a:pt x="707" y="4687"/>
                    <a:pt x="854" y="4611"/>
                    <a:pt x="948" y="4469"/>
                  </a:cubicBezTo>
                  <a:cubicBezTo>
                    <a:pt x="1763" y="3275"/>
                    <a:pt x="2294" y="1909"/>
                    <a:pt x="2522" y="506"/>
                  </a:cubicBezTo>
                  <a:cubicBezTo>
                    <a:pt x="2522" y="183"/>
                    <a:pt x="2271" y="1"/>
                    <a:pt x="2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490888" y="3250125"/>
              <a:ext cx="196750" cy="112150"/>
            </a:xfrm>
            <a:custGeom>
              <a:avLst/>
              <a:gdLst/>
              <a:ahLst/>
              <a:cxnLst/>
              <a:rect l="l" t="t" r="r" b="b"/>
              <a:pathLst>
                <a:path w="7870" h="4486" extrusionOk="0">
                  <a:moveTo>
                    <a:pt x="3925" y="1"/>
                  </a:moveTo>
                  <a:cubicBezTo>
                    <a:pt x="1745" y="1"/>
                    <a:pt x="0" y="1802"/>
                    <a:pt x="38" y="4002"/>
                  </a:cubicBezTo>
                  <a:cubicBezTo>
                    <a:pt x="38" y="4267"/>
                    <a:pt x="247" y="4476"/>
                    <a:pt x="512" y="4476"/>
                  </a:cubicBezTo>
                  <a:lnTo>
                    <a:pt x="550" y="4476"/>
                  </a:lnTo>
                  <a:cubicBezTo>
                    <a:pt x="816" y="4476"/>
                    <a:pt x="1024" y="4267"/>
                    <a:pt x="1024" y="4002"/>
                  </a:cubicBezTo>
                  <a:cubicBezTo>
                    <a:pt x="1024" y="2390"/>
                    <a:pt x="2314" y="1082"/>
                    <a:pt x="3925" y="1082"/>
                  </a:cubicBezTo>
                  <a:cubicBezTo>
                    <a:pt x="5537" y="1082"/>
                    <a:pt x="6846" y="2390"/>
                    <a:pt x="6846" y="4002"/>
                  </a:cubicBezTo>
                  <a:cubicBezTo>
                    <a:pt x="6846" y="4324"/>
                    <a:pt x="7087" y="4485"/>
                    <a:pt x="7329" y="4485"/>
                  </a:cubicBezTo>
                  <a:cubicBezTo>
                    <a:pt x="7571" y="4485"/>
                    <a:pt x="7813" y="4324"/>
                    <a:pt x="7813" y="4002"/>
                  </a:cubicBezTo>
                  <a:cubicBezTo>
                    <a:pt x="7869" y="1802"/>
                    <a:pt x="6125" y="1"/>
                    <a:pt x="39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fee</a:t>
            </a:r>
            <a:r>
              <a:rPr lang="en" dirty="0">
                <a:solidFill>
                  <a:schemeClr val="accent3"/>
                </a:solidFill>
              </a:rPr>
              <a:t>dback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U</a:t>
            </a:r>
            <a:r>
              <a:rPr lang="en" dirty="0">
                <a:solidFill>
                  <a:schemeClr val="accent3"/>
                </a:solidFill>
              </a:rPr>
              <a:t>ser &amp; personal stories 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684112C8-37E1-7BEF-1BE0-DC2CB722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>
            <a:extLst>
              <a:ext uri="{FF2B5EF4-FFF2-40B4-BE49-F238E27FC236}">
                <a16:creationId xmlns:a16="http://schemas.microsoft.com/office/drawing/2014/main" id="{F9645647-DE6A-7B0D-1E24-7F0572D83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 story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240515FD-33A0-F1DC-6066-6047AC444E45}"/>
              </a:ext>
            </a:extLst>
          </p:cNvPr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890AFF8A-0653-A4BE-B636-FB75E6FA70AD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>
              <a:extLst>
                <a:ext uri="{FF2B5EF4-FFF2-40B4-BE49-F238E27FC236}">
                  <a16:creationId xmlns:a16="http://schemas.microsoft.com/office/drawing/2014/main" id="{A02A2AAD-A47C-67F9-C638-79476E1D8466}"/>
                </a:ext>
              </a:extLst>
            </p:cNvPr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6" name="Google Shape;586;p33">
            <a:extLst>
              <a:ext uri="{FF2B5EF4-FFF2-40B4-BE49-F238E27FC236}">
                <a16:creationId xmlns:a16="http://schemas.microsoft.com/office/drawing/2014/main" id="{045D1218-756A-D59B-B971-0E6CC1DE36B8}"/>
              </a:ext>
            </a:extLst>
          </p:cNvPr>
          <p:cNvSpPr txBox="1"/>
          <p:nvPr/>
        </p:nvSpPr>
        <p:spPr>
          <a:xfrm>
            <a:off x="1658790" y="1438656"/>
            <a:ext cx="6734251" cy="249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//Me and my partner Ashutosh were in </a:t>
            </a:r>
            <a:r>
              <a:rPr lang="en-US" sz="1600" dirty="0" err="1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Stadtmitte</a:t>
            </a:r>
            <a:r>
              <a:rPr lang="en-US" sz="16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and we wanted to get some food from a shawarma place, but it was very crowded and very unorganized so we thought of an idea how would we make any place like this have a better service, so we thought we add a service ticketing system to we skip the long wait and organize it into a queue and add a service history to track the costumers, we also wanted to help other establishments with our queue ticketing system so we made it a very easy to run and implement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618" name="Google Shape;618;p33">
            <a:extLst>
              <a:ext uri="{FF2B5EF4-FFF2-40B4-BE49-F238E27FC236}">
                <a16:creationId xmlns:a16="http://schemas.microsoft.com/office/drawing/2014/main" id="{18DA7F7A-CCF1-5DCC-0DAE-F774248AC578}"/>
              </a:ext>
            </a:extLst>
          </p:cNvPr>
          <p:cNvGrpSpPr/>
          <p:nvPr/>
        </p:nvGrpSpPr>
        <p:grpSpPr>
          <a:xfrm>
            <a:off x="8433850" y="3827782"/>
            <a:ext cx="231293" cy="365730"/>
            <a:chOff x="1461488" y="3250125"/>
            <a:chExt cx="394900" cy="624325"/>
          </a:xfrm>
        </p:grpSpPr>
        <p:sp>
          <p:nvSpPr>
            <p:cNvPr id="619" name="Google Shape;619;p33">
              <a:extLst>
                <a:ext uri="{FF2B5EF4-FFF2-40B4-BE49-F238E27FC236}">
                  <a16:creationId xmlns:a16="http://schemas.microsoft.com/office/drawing/2014/main" id="{A287D0A5-46C6-A249-750C-F32C8C29831D}"/>
                </a:ext>
              </a:extLst>
            </p:cNvPr>
            <p:cNvSpPr/>
            <p:nvPr/>
          </p:nvSpPr>
          <p:spPr>
            <a:xfrm>
              <a:off x="1474763" y="3313650"/>
              <a:ext cx="370725" cy="548950"/>
            </a:xfrm>
            <a:custGeom>
              <a:avLst/>
              <a:gdLst/>
              <a:ahLst/>
              <a:cxnLst/>
              <a:rect l="l" t="t" r="r" b="b"/>
              <a:pathLst>
                <a:path w="14829" h="21958" extrusionOk="0">
                  <a:moveTo>
                    <a:pt x="4589" y="1"/>
                  </a:moveTo>
                  <a:cubicBezTo>
                    <a:pt x="3774" y="1"/>
                    <a:pt x="3129" y="645"/>
                    <a:pt x="3129" y="1461"/>
                  </a:cubicBezTo>
                  <a:lnTo>
                    <a:pt x="3129" y="8704"/>
                  </a:lnTo>
                  <a:lnTo>
                    <a:pt x="1593" y="9747"/>
                  </a:lnTo>
                  <a:cubicBezTo>
                    <a:pt x="513" y="10448"/>
                    <a:pt x="1" y="11757"/>
                    <a:pt x="285" y="13008"/>
                  </a:cubicBezTo>
                  <a:cubicBezTo>
                    <a:pt x="892" y="15568"/>
                    <a:pt x="2219" y="17900"/>
                    <a:pt x="4096" y="19720"/>
                  </a:cubicBezTo>
                  <a:lnTo>
                    <a:pt x="4096" y="21958"/>
                  </a:lnTo>
                  <a:lnTo>
                    <a:pt x="12838" y="21958"/>
                  </a:lnTo>
                  <a:lnTo>
                    <a:pt x="12838" y="19720"/>
                  </a:lnTo>
                  <a:cubicBezTo>
                    <a:pt x="14108" y="17824"/>
                    <a:pt x="14791" y="15587"/>
                    <a:pt x="14791" y="13312"/>
                  </a:cubicBezTo>
                  <a:lnTo>
                    <a:pt x="14791" y="9519"/>
                  </a:lnTo>
                  <a:cubicBezTo>
                    <a:pt x="14829" y="8685"/>
                    <a:pt x="14165" y="8002"/>
                    <a:pt x="13331" y="8002"/>
                  </a:cubicBezTo>
                  <a:cubicBezTo>
                    <a:pt x="12542" y="8002"/>
                    <a:pt x="11906" y="8612"/>
                    <a:pt x="11871" y="9384"/>
                  </a:cubicBezTo>
                  <a:lnTo>
                    <a:pt x="11871" y="9384"/>
                  </a:lnTo>
                  <a:lnTo>
                    <a:pt x="11871" y="8552"/>
                  </a:lnTo>
                  <a:cubicBezTo>
                    <a:pt x="11871" y="7737"/>
                    <a:pt x="11226" y="7092"/>
                    <a:pt x="10411" y="7092"/>
                  </a:cubicBezTo>
                  <a:cubicBezTo>
                    <a:pt x="9614" y="7092"/>
                    <a:pt x="8951" y="7737"/>
                    <a:pt x="8951" y="8552"/>
                  </a:cubicBezTo>
                  <a:lnTo>
                    <a:pt x="8951" y="7566"/>
                  </a:lnTo>
                  <a:cubicBezTo>
                    <a:pt x="8951" y="6770"/>
                    <a:pt x="8306" y="6106"/>
                    <a:pt x="7509" y="6106"/>
                  </a:cubicBezTo>
                  <a:cubicBezTo>
                    <a:pt x="6694" y="6106"/>
                    <a:pt x="6049" y="6770"/>
                    <a:pt x="6049" y="7566"/>
                  </a:cubicBezTo>
                  <a:lnTo>
                    <a:pt x="6049" y="1461"/>
                  </a:lnTo>
                  <a:cubicBezTo>
                    <a:pt x="6049" y="645"/>
                    <a:pt x="5386" y="1"/>
                    <a:pt x="4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>
              <a:extLst>
                <a:ext uri="{FF2B5EF4-FFF2-40B4-BE49-F238E27FC236}">
                  <a16:creationId xmlns:a16="http://schemas.microsoft.com/office/drawing/2014/main" id="{F3C2B0AB-B049-2A75-2498-8CFA4E04D3B8}"/>
                </a:ext>
              </a:extLst>
            </p:cNvPr>
            <p:cNvSpPr/>
            <p:nvPr/>
          </p:nvSpPr>
          <p:spPr>
            <a:xfrm>
              <a:off x="1783838" y="3624350"/>
              <a:ext cx="28475" cy="24475"/>
            </a:xfrm>
            <a:custGeom>
              <a:avLst/>
              <a:gdLst/>
              <a:ahLst/>
              <a:cxnLst/>
              <a:rect l="l" t="t" r="r" b="b"/>
              <a:pathLst>
                <a:path w="1139" h="979" extrusionOk="0">
                  <a:moveTo>
                    <a:pt x="492" y="1"/>
                  </a:moveTo>
                  <a:cubicBezTo>
                    <a:pt x="242" y="1"/>
                    <a:pt x="1" y="191"/>
                    <a:pt x="1" y="485"/>
                  </a:cubicBezTo>
                  <a:cubicBezTo>
                    <a:pt x="1" y="751"/>
                    <a:pt x="209" y="978"/>
                    <a:pt x="475" y="978"/>
                  </a:cubicBezTo>
                  <a:cubicBezTo>
                    <a:pt x="911" y="978"/>
                    <a:pt x="1138" y="466"/>
                    <a:pt x="835" y="144"/>
                  </a:cubicBezTo>
                  <a:cubicBezTo>
                    <a:pt x="736" y="45"/>
                    <a:pt x="613" y="1"/>
                    <a:pt x="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>
              <a:extLst>
                <a:ext uri="{FF2B5EF4-FFF2-40B4-BE49-F238E27FC236}">
                  <a16:creationId xmlns:a16="http://schemas.microsoft.com/office/drawing/2014/main" id="{A084FA87-46E7-58B5-8A03-82E678F7A756}"/>
                </a:ext>
              </a:extLst>
            </p:cNvPr>
            <p:cNvSpPr/>
            <p:nvPr/>
          </p:nvSpPr>
          <p:spPr>
            <a:xfrm>
              <a:off x="1461488" y="3301325"/>
              <a:ext cx="394900" cy="573125"/>
            </a:xfrm>
            <a:custGeom>
              <a:avLst/>
              <a:gdLst/>
              <a:ahLst/>
              <a:cxnLst/>
              <a:rect l="l" t="t" r="r" b="b"/>
              <a:pathLst>
                <a:path w="15796" h="22925" extrusionOk="0">
                  <a:moveTo>
                    <a:pt x="5120" y="972"/>
                  </a:moveTo>
                  <a:cubicBezTo>
                    <a:pt x="5604" y="972"/>
                    <a:pt x="6087" y="1299"/>
                    <a:pt x="6087" y="1954"/>
                  </a:cubicBezTo>
                  <a:lnTo>
                    <a:pt x="6087" y="11472"/>
                  </a:lnTo>
                  <a:cubicBezTo>
                    <a:pt x="6087" y="11795"/>
                    <a:pt x="6334" y="11956"/>
                    <a:pt x="6580" y="11956"/>
                  </a:cubicBezTo>
                  <a:cubicBezTo>
                    <a:pt x="6827" y="11956"/>
                    <a:pt x="7073" y="11795"/>
                    <a:pt x="7073" y="11472"/>
                  </a:cubicBezTo>
                  <a:lnTo>
                    <a:pt x="7073" y="8059"/>
                  </a:lnTo>
                  <a:cubicBezTo>
                    <a:pt x="7073" y="7415"/>
                    <a:pt x="7557" y="7092"/>
                    <a:pt x="8040" y="7092"/>
                  </a:cubicBezTo>
                  <a:cubicBezTo>
                    <a:pt x="8524" y="7092"/>
                    <a:pt x="9008" y="7415"/>
                    <a:pt x="9008" y="8059"/>
                  </a:cubicBezTo>
                  <a:lnTo>
                    <a:pt x="9008" y="11472"/>
                  </a:lnTo>
                  <a:cubicBezTo>
                    <a:pt x="9008" y="11795"/>
                    <a:pt x="9249" y="11956"/>
                    <a:pt x="9491" y="11956"/>
                  </a:cubicBezTo>
                  <a:cubicBezTo>
                    <a:pt x="9733" y="11956"/>
                    <a:pt x="9975" y="11795"/>
                    <a:pt x="9975" y="11472"/>
                  </a:cubicBezTo>
                  <a:lnTo>
                    <a:pt x="9975" y="9045"/>
                  </a:lnTo>
                  <a:cubicBezTo>
                    <a:pt x="9975" y="8391"/>
                    <a:pt x="10463" y="8064"/>
                    <a:pt x="10951" y="8064"/>
                  </a:cubicBezTo>
                  <a:cubicBezTo>
                    <a:pt x="11439" y="8064"/>
                    <a:pt x="11928" y="8391"/>
                    <a:pt x="11928" y="9045"/>
                  </a:cubicBezTo>
                  <a:lnTo>
                    <a:pt x="11928" y="11472"/>
                  </a:lnTo>
                  <a:cubicBezTo>
                    <a:pt x="11928" y="11795"/>
                    <a:pt x="12169" y="11956"/>
                    <a:pt x="12411" y="11956"/>
                  </a:cubicBezTo>
                  <a:cubicBezTo>
                    <a:pt x="12653" y="11956"/>
                    <a:pt x="12895" y="11795"/>
                    <a:pt x="12895" y="11472"/>
                  </a:cubicBezTo>
                  <a:lnTo>
                    <a:pt x="12895" y="10012"/>
                  </a:lnTo>
                  <a:cubicBezTo>
                    <a:pt x="12857" y="9330"/>
                    <a:pt x="13359" y="8988"/>
                    <a:pt x="13862" y="8988"/>
                  </a:cubicBezTo>
                  <a:cubicBezTo>
                    <a:pt x="14364" y="8988"/>
                    <a:pt x="14867" y="9330"/>
                    <a:pt x="14829" y="10012"/>
                  </a:cubicBezTo>
                  <a:lnTo>
                    <a:pt x="14829" y="13805"/>
                  </a:lnTo>
                  <a:cubicBezTo>
                    <a:pt x="14829" y="15985"/>
                    <a:pt x="14184" y="18128"/>
                    <a:pt x="12970" y="19948"/>
                  </a:cubicBezTo>
                  <a:cubicBezTo>
                    <a:pt x="12914" y="20024"/>
                    <a:pt x="12895" y="20119"/>
                    <a:pt x="12895" y="20213"/>
                  </a:cubicBezTo>
                  <a:lnTo>
                    <a:pt x="12895" y="21977"/>
                  </a:lnTo>
                  <a:lnTo>
                    <a:pt x="5120" y="21977"/>
                  </a:lnTo>
                  <a:lnTo>
                    <a:pt x="5120" y="20213"/>
                  </a:lnTo>
                  <a:cubicBezTo>
                    <a:pt x="5120" y="20081"/>
                    <a:pt x="5064" y="19967"/>
                    <a:pt x="4969" y="19872"/>
                  </a:cubicBezTo>
                  <a:cubicBezTo>
                    <a:pt x="4040" y="18962"/>
                    <a:pt x="3243" y="17938"/>
                    <a:pt x="2617" y="16800"/>
                  </a:cubicBezTo>
                  <a:cubicBezTo>
                    <a:pt x="2011" y="15720"/>
                    <a:pt x="1575" y="14582"/>
                    <a:pt x="1290" y="13387"/>
                  </a:cubicBezTo>
                  <a:cubicBezTo>
                    <a:pt x="1044" y="12326"/>
                    <a:pt x="1480" y="11226"/>
                    <a:pt x="2390" y="10638"/>
                  </a:cubicBezTo>
                  <a:lnTo>
                    <a:pt x="3186" y="10107"/>
                  </a:lnTo>
                  <a:lnTo>
                    <a:pt x="3186" y="13406"/>
                  </a:lnTo>
                  <a:cubicBezTo>
                    <a:pt x="3186" y="13729"/>
                    <a:pt x="3428" y="13890"/>
                    <a:pt x="3670" y="13890"/>
                  </a:cubicBezTo>
                  <a:cubicBezTo>
                    <a:pt x="3912" y="13890"/>
                    <a:pt x="4153" y="13729"/>
                    <a:pt x="4153" y="13406"/>
                  </a:cubicBezTo>
                  <a:lnTo>
                    <a:pt x="4153" y="1954"/>
                  </a:lnTo>
                  <a:cubicBezTo>
                    <a:pt x="4153" y="1299"/>
                    <a:pt x="4637" y="972"/>
                    <a:pt x="5120" y="972"/>
                  </a:cubicBezTo>
                  <a:close/>
                  <a:moveTo>
                    <a:pt x="5101" y="1"/>
                  </a:moveTo>
                  <a:cubicBezTo>
                    <a:pt x="4040" y="1"/>
                    <a:pt x="3167" y="873"/>
                    <a:pt x="3167" y="1954"/>
                  </a:cubicBezTo>
                  <a:lnTo>
                    <a:pt x="3167" y="8931"/>
                  </a:lnTo>
                  <a:lnTo>
                    <a:pt x="1840" y="9823"/>
                  </a:lnTo>
                  <a:cubicBezTo>
                    <a:pt x="589" y="10657"/>
                    <a:pt x="1" y="12155"/>
                    <a:pt x="342" y="13615"/>
                  </a:cubicBezTo>
                  <a:lnTo>
                    <a:pt x="361" y="13615"/>
                  </a:lnTo>
                  <a:cubicBezTo>
                    <a:pt x="949" y="16175"/>
                    <a:pt x="2257" y="18526"/>
                    <a:pt x="4134" y="20403"/>
                  </a:cubicBezTo>
                  <a:lnTo>
                    <a:pt x="4153" y="20403"/>
                  </a:lnTo>
                  <a:lnTo>
                    <a:pt x="4153" y="22451"/>
                  </a:lnTo>
                  <a:cubicBezTo>
                    <a:pt x="4153" y="22716"/>
                    <a:pt x="4362" y="22925"/>
                    <a:pt x="4627" y="22925"/>
                  </a:cubicBezTo>
                  <a:lnTo>
                    <a:pt x="13369" y="22925"/>
                  </a:lnTo>
                  <a:cubicBezTo>
                    <a:pt x="13634" y="22925"/>
                    <a:pt x="13862" y="22716"/>
                    <a:pt x="13843" y="22451"/>
                  </a:cubicBezTo>
                  <a:lnTo>
                    <a:pt x="13843" y="20346"/>
                  </a:lnTo>
                  <a:cubicBezTo>
                    <a:pt x="15113" y="18393"/>
                    <a:pt x="15796" y="16118"/>
                    <a:pt x="15796" y="13786"/>
                  </a:cubicBezTo>
                  <a:lnTo>
                    <a:pt x="15796" y="9993"/>
                  </a:lnTo>
                  <a:cubicBezTo>
                    <a:pt x="15796" y="8851"/>
                    <a:pt x="14853" y="8046"/>
                    <a:pt x="13842" y="8046"/>
                  </a:cubicBezTo>
                  <a:cubicBezTo>
                    <a:pt x="13477" y="8046"/>
                    <a:pt x="13104" y="8150"/>
                    <a:pt x="12762" y="8382"/>
                  </a:cubicBezTo>
                  <a:cubicBezTo>
                    <a:pt x="12496" y="7604"/>
                    <a:pt x="11757" y="7092"/>
                    <a:pt x="10942" y="7092"/>
                  </a:cubicBezTo>
                  <a:cubicBezTo>
                    <a:pt x="10913" y="7091"/>
                    <a:pt x="10885" y="7090"/>
                    <a:pt x="10856" y="7090"/>
                  </a:cubicBezTo>
                  <a:cubicBezTo>
                    <a:pt x="10489" y="7090"/>
                    <a:pt x="10142" y="7203"/>
                    <a:pt x="9861" y="7415"/>
                  </a:cubicBezTo>
                  <a:cubicBezTo>
                    <a:pt x="9566" y="6597"/>
                    <a:pt x="8806" y="6111"/>
                    <a:pt x="8018" y="6111"/>
                  </a:cubicBezTo>
                  <a:cubicBezTo>
                    <a:pt x="7691" y="6111"/>
                    <a:pt x="7360" y="6194"/>
                    <a:pt x="7054" y="6372"/>
                  </a:cubicBezTo>
                  <a:lnTo>
                    <a:pt x="7054" y="1954"/>
                  </a:lnTo>
                  <a:cubicBezTo>
                    <a:pt x="7054" y="873"/>
                    <a:pt x="6182" y="1"/>
                    <a:pt x="5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>
              <a:extLst>
                <a:ext uri="{FF2B5EF4-FFF2-40B4-BE49-F238E27FC236}">
                  <a16:creationId xmlns:a16="http://schemas.microsoft.com/office/drawing/2014/main" id="{A8CBC52A-78D7-383D-AB31-7DFB0DEB0A60}"/>
                </a:ext>
              </a:extLst>
            </p:cNvPr>
            <p:cNvSpPr/>
            <p:nvPr/>
          </p:nvSpPr>
          <p:spPr>
            <a:xfrm>
              <a:off x="1741663" y="3674550"/>
              <a:ext cx="63050" cy="117175"/>
            </a:xfrm>
            <a:custGeom>
              <a:avLst/>
              <a:gdLst/>
              <a:ahLst/>
              <a:cxnLst/>
              <a:rect l="l" t="t" r="r" b="b"/>
              <a:pathLst>
                <a:path w="2522" h="4687" extrusionOk="0">
                  <a:moveTo>
                    <a:pt x="2023" y="1"/>
                  </a:moveTo>
                  <a:cubicBezTo>
                    <a:pt x="1835" y="1"/>
                    <a:pt x="1648" y="106"/>
                    <a:pt x="1574" y="336"/>
                  </a:cubicBezTo>
                  <a:cubicBezTo>
                    <a:pt x="1365" y="1625"/>
                    <a:pt x="872" y="2857"/>
                    <a:pt x="152" y="3938"/>
                  </a:cubicBezTo>
                  <a:cubicBezTo>
                    <a:pt x="0" y="4147"/>
                    <a:pt x="57" y="4469"/>
                    <a:pt x="284" y="4602"/>
                  </a:cubicBezTo>
                  <a:cubicBezTo>
                    <a:pt x="370" y="4659"/>
                    <a:pt x="464" y="4687"/>
                    <a:pt x="556" y="4687"/>
                  </a:cubicBezTo>
                  <a:cubicBezTo>
                    <a:pt x="707" y="4687"/>
                    <a:pt x="854" y="4611"/>
                    <a:pt x="948" y="4469"/>
                  </a:cubicBezTo>
                  <a:cubicBezTo>
                    <a:pt x="1763" y="3275"/>
                    <a:pt x="2294" y="1909"/>
                    <a:pt x="2522" y="506"/>
                  </a:cubicBezTo>
                  <a:cubicBezTo>
                    <a:pt x="2522" y="183"/>
                    <a:pt x="2271" y="1"/>
                    <a:pt x="2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>
              <a:extLst>
                <a:ext uri="{FF2B5EF4-FFF2-40B4-BE49-F238E27FC236}">
                  <a16:creationId xmlns:a16="http://schemas.microsoft.com/office/drawing/2014/main" id="{EC91481A-CF71-AC15-D229-8FC9668801D5}"/>
                </a:ext>
              </a:extLst>
            </p:cNvPr>
            <p:cNvSpPr/>
            <p:nvPr/>
          </p:nvSpPr>
          <p:spPr>
            <a:xfrm>
              <a:off x="1490888" y="3250125"/>
              <a:ext cx="196750" cy="112150"/>
            </a:xfrm>
            <a:custGeom>
              <a:avLst/>
              <a:gdLst/>
              <a:ahLst/>
              <a:cxnLst/>
              <a:rect l="l" t="t" r="r" b="b"/>
              <a:pathLst>
                <a:path w="7870" h="4486" extrusionOk="0">
                  <a:moveTo>
                    <a:pt x="3925" y="1"/>
                  </a:moveTo>
                  <a:cubicBezTo>
                    <a:pt x="1745" y="1"/>
                    <a:pt x="0" y="1802"/>
                    <a:pt x="38" y="4002"/>
                  </a:cubicBezTo>
                  <a:cubicBezTo>
                    <a:pt x="38" y="4267"/>
                    <a:pt x="247" y="4476"/>
                    <a:pt x="512" y="4476"/>
                  </a:cubicBezTo>
                  <a:lnTo>
                    <a:pt x="550" y="4476"/>
                  </a:lnTo>
                  <a:cubicBezTo>
                    <a:pt x="816" y="4476"/>
                    <a:pt x="1024" y="4267"/>
                    <a:pt x="1024" y="4002"/>
                  </a:cubicBezTo>
                  <a:cubicBezTo>
                    <a:pt x="1024" y="2390"/>
                    <a:pt x="2314" y="1082"/>
                    <a:pt x="3925" y="1082"/>
                  </a:cubicBezTo>
                  <a:cubicBezTo>
                    <a:pt x="5537" y="1082"/>
                    <a:pt x="6846" y="2390"/>
                    <a:pt x="6846" y="4002"/>
                  </a:cubicBezTo>
                  <a:cubicBezTo>
                    <a:pt x="6846" y="4324"/>
                    <a:pt x="7087" y="4485"/>
                    <a:pt x="7329" y="4485"/>
                  </a:cubicBezTo>
                  <a:cubicBezTo>
                    <a:pt x="7571" y="4485"/>
                    <a:pt x="7813" y="4324"/>
                    <a:pt x="7813" y="4002"/>
                  </a:cubicBezTo>
                  <a:cubicBezTo>
                    <a:pt x="7869" y="1802"/>
                    <a:pt x="6125" y="1"/>
                    <a:pt x="39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3">
            <a:extLst>
              <a:ext uri="{FF2B5EF4-FFF2-40B4-BE49-F238E27FC236}">
                <a16:creationId xmlns:a16="http://schemas.microsoft.com/office/drawing/2014/main" id="{1B7DA78C-11E6-201D-9282-34D10DA22C5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fee</a:t>
            </a:r>
            <a:r>
              <a:rPr lang="en" dirty="0">
                <a:solidFill>
                  <a:schemeClr val="accent3"/>
                </a:solidFill>
              </a:rPr>
              <a:t>dback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9" name="Google Shape;629;p33">
            <a:extLst>
              <a:ext uri="{FF2B5EF4-FFF2-40B4-BE49-F238E27FC236}">
                <a16:creationId xmlns:a16="http://schemas.microsoft.com/office/drawing/2014/main" id="{EA5CF55C-2269-7C32-B3E0-98C431E0FC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U</a:t>
            </a:r>
            <a:r>
              <a:rPr lang="en" dirty="0">
                <a:solidFill>
                  <a:schemeClr val="accent3"/>
                </a:solidFill>
              </a:rPr>
              <a:t>ser &amp; personal stories 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41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Ticket structures </a:t>
            </a:r>
            <a:r>
              <a:rPr lang="en" dirty="0">
                <a:solidFill>
                  <a:schemeClr val="accent2"/>
                </a:solidFill>
              </a:rPr>
              <a:t>‘struct’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630375" y="126147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01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888874" y="1261450"/>
            <a:ext cx="615758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bg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ticketNumber (int): unique ID shown as #1, #2, #3…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2068425" y="198400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02</a:t>
            </a:r>
            <a:endParaRPr sz="20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326924" y="1984008"/>
            <a:ext cx="5817072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ticketState (int): 0 = waiting, 1 = served (used for history + file saving)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2505725" y="2706550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03</a:t>
            </a:r>
            <a:endParaRPr sz="20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764224" y="2706567"/>
            <a:ext cx="537977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customerName</a:t>
            </a:r>
            <a:r>
              <a:rPr lang="en-US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(string): optional name for clearer queue</a:t>
            </a:r>
          </a:p>
          <a:p>
            <a:pPr lvl="0"/>
            <a:r>
              <a:rPr lang="en-US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display</a:t>
            </a:r>
            <a:endParaRPr dirty="0">
              <a:solidFill>
                <a:schemeClr val="tx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2924775" y="3429125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04</a:t>
            </a:r>
            <a:endParaRPr sz="20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4183274" y="3429124"/>
            <a:ext cx="4960721" cy="8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serviceReason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(string): optional reason for visit (helps staff; also keeps file format consistent)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08A3E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implementation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</a:t>
            </a:r>
            <a:r>
              <a:rPr lang="en" dirty="0">
                <a:solidFill>
                  <a:schemeClr val="accent3"/>
                </a:solidFill>
              </a:rPr>
              <a:t>icket struct {what each field means}</a:t>
            </a:r>
            <a:endParaRPr sz="1400" dirty="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stCxn id="649" idx="2"/>
            <a:endCxn id="636" idx="1"/>
          </p:cNvCxnSpPr>
          <p:nvPr/>
        </p:nvCxnSpPr>
        <p:spPr>
          <a:xfrm>
            <a:off x="1337875" y="1553675"/>
            <a:ext cx="292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299876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721325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292BCC2A-34E9-4BF2-D66B-DF3F9F23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>
            <a:extLst>
              <a:ext uri="{FF2B5EF4-FFF2-40B4-BE49-F238E27FC236}">
                <a16:creationId xmlns:a16="http://schemas.microsoft.com/office/drawing/2014/main" id="{E7420D3D-8811-459D-4091-7AF4221E743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240149" y="1151939"/>
            <a:ext cx="6562467" cy="1159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//Enqueue: add new ticket to the end of waiting queue.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//Dequeue: serve the first ticket (FCFS).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//After serving we manually the move ticket to served-history list.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2D050"/>
              </a:solidFill>
            </a:endParaRPr>
          </a:p>
        </p:txBody>
      </p:sp>
      <p:sp>
        <p:nvSpPr>
          <p:cNvPr id="513" name="Google Shape;513;p31">
            <a:extLst>
              <a:ext uri="{FF2B5EF4-FFF2-40B4-BE49-F238E27FC236}">
                <a16:creationId xmlns:a16="http://schemas.microsoft.com/office/drawing/2014/main" id="{ECAEA20B-259F-F87D-4DB2-356F518DA6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37403" y="3203163"/>
            <a:ext cx="6843729" cy="12879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//Start with a capacity (20 tickets).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//If full: ensureCapacity () doubles the array size.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//Copies old tickets into a bigger array and deletes the old one.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</a:endParaRPr>
          </a:p>
        </p:txBody>
      </p:sp>
      <p:sp>
        <p:nvSpPr>
          <p:cNvPr id="514" name="Google Shape;514;p31">
            <a:extLst>
              <a:ext uri="{FF2B5EF4-FFF2-40B4-BE49-F238E27FC236}">
                <a16:creationId xmlns:a16="http://schemas.microsoft.com/office/drawing/2014/main" id="{CC9BCC1D-DC2F-27C4-4FEB-01ED6245B66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43249" y="2612625"/>
            <a:ext cx="800075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Dynamic memory &lt; /2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15" name="Google Shape;515;p31">
            <a:extLst>
              <a:ext uri="{FF2B5EF4-FFF2-40B4-BE49-F238E27FC236}">
                <a16:creationId xmlns:a16="http://schemas.microsoft.com/office/drawing/2014/main" id="{DAA8AA36-88ED-B939-8600-00F61111A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49" y="621240"/>
            <a:ext cx="800075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</a:rPr>
              <a:t>Queue operations</a:t>
            </a:r>
            <a:r>
              <a:rPr lang="en" dirty="0">
                <a:solidFill>
                  <a:schemeClr val="tx2"/>
                </a:solidFill>
              </a:rPr>
              <a:t> &lt; /1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sp>
        <p:nvSpPr>
          <p:cNvPr id="543" name="Google Shape;543;p31">
            <a:extLst>
              <a:ext uri="{FF2B5EF4-FFF2-40B4-BE49-F238E27FC236}">
                <a16:creationId xmlns:a16="http://schemas.microsoft.com/office/drawing/2014/main" id="{865501D7-587D-8E75-EB28-56DBBFD4FF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4" name="Google Shape;544;p31">
            <a:extLst>
              <a:ext uri="{FF2B5EF4-FFF2-40B4-BE49-F238E27FC236}">
                <a16:creationId xmlns:a16="http://schemas.microsoft.com/office/drawing/2014/main" id="{A46E7330-C4CA-F86E-1A60-D4ED14963D7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Queue logic + dynamic memory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545" name="Google Shape;545;p31">
            <a:extLst>
              <a:ext uri="{FF2B5EF4-FFF2-40B4-BE49-F238E27FC236}">
                <a16:creationId xmlns:a16="http://schemas.microsoft.com/office/drawing/2014/main" id="{D0839CF3-7D70-2CBF-9169-F4632287FEB4}"/>
              </a:ext>
            </a:extLst>
          </p:cNvPr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>
              <a:extLst>
                <a:ext uri="{FF2B5EF4-FFF2-40B4-BE49-F238E27FC236}">
                  <a16:creationId xmlns:a16="http://schemas.microsoft.com/office/drawing/2014/main" id="{F6A31C48-8EBA-BB2D-D3E9-07CF0D869165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>
              <a:extLst>
                <a:ext uri="{FF2B5EF4-FFF2-40B4-BE49-F238E27FC236}">
                  <a16:creationId xmlns:a16="http://schemas.microsoft.com/office/drawing/2014/main" id="{69B2AEEC-ECEE-BB99-1588-3E00F8CAAC02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1">
            <a:extLst>
              <a:ext uri="{FF2B5EF4-FFF2-40B4-BE49-F238E27FC236}">
                <a16:creationId xmlns:a16="http://schemas.microsoft.com/office/drawing/2014/main" id="{C2BFDB98-E36E-130D-985C-86E8043DFFE2}"/>
              </a:ext>
            </a:extLst>
          </p:cNvPr>
          <p:cNvGrpSpPr/>
          <p:nvPr/>
        </p:nvGrpSpPr>
        <p:grpSpPr>
          <a:xfrm>
            <a:off x="1614876" y="3361546"/>
            <a:ext cx="506092" cy="426611"/>
            <a:chOff x="1665363" y="1706700"/>
            <a:chExt cx="578325" cy="487500"/>
          </a:xfrm>
        </p:grpSpPr>
        <p:sp>
          <p:nvSpPr>
            <p:cNvPr id="549" name="Google Shape;549;p31">
              <a:extLst>
                <a:ext uri="{FF2B5EF4-FFF2-40B4-BE49-F238E27FC236}">
                  <a16:creationId xmlns:a16="http://schemas.microsoft.com/office/drawing/2014/main" id="{4A0FF01F-2FEA-74D1-A5C7-0D740CB44295}"/>
                </a:ext>
              </a:extLst>
            </p:cNvPr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>
              <a:extLst>
                <a:ext uri="{FF2B5EF4-FFF2-40B4-BE49-F238E27FC236}">
                  <a16:creationId xmlns:a16="http://schemas.microsoft.com/office/drawing/2014/main" id="{5E2C8F53-BD62-98A1-7666-3BF3D46C366B}"/>
                </a:ext>
              </a:extLst>
            </p:cNvPr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31">
            <a:extLst>
              <a:ext uri="{FF2B5EF4-FFF2-40B4-BE49-F238E27FC236}">
                <a16:creationId xmlns:a16="http://schemas.microsoft.com/office/drawing/2014/main" id="{0E6D1E7E-1CDF-AD8B-5C5A-BF3FF30012BE}"/>
              </a:ext>
            </a:extLst>
          </p:cNvPr>
          <p:cNvGrpSpPr/>
          <p:nvPr/>
        </p:nvGrpSpPr>
        <p:grpSpPr>
          <a:xfrm>
            <a:off x="1084825" y="3203163"/>
            <a:ext cx="506100" cy="1366863"/>
            <a:chOff x="1084825" y="3203163"/>
            <a:chExt cx="506100" cy="1366863"/>
          </a:xfrm>
        </p:grpSpPr>
        <p:cxnSp>
          <p:nvCxnSpPr>
            <p:cNvPr id="552" name="Google Shape;552;p31">
              <a:extLst>
                <a:ext uri="{FF2B5EF4-FFF2-40B4-BE49-F238E27FC236}">
                  <a16:creationId xmlns:a16="http://schemas.microsoft.com/office/drawing/2014/main" id="{5CA01B68-9ED0-1F34-2950-DEDEB250A95A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3" name="Google Shape;553;p31">
              <a:extLst>
                <a:ext uri="{FF2B5EF4-FFF2-40B4-BE49-F238E27FC236}">
                  <a16:creationId xmlns:a16="http://schemas.microsoft.com/office/drawing/2014/main" id="{75AC6904-C05E-D477-6657-F3F2DEC23DD3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54" name="Google Shape;554;p31">
            <a:extLst>
              <a:ext uri="{FF2B5EF4-FFF2-40B4-BE49-F238E27FC236}">
                <a16:creationId xmlns:a16="http://schemas.microsoft.com/office/drawing/2014/main" id="{BF2C405E-DC6E-E2F7-5FEF-5A30D97C1F1E}"/>
              </a:ext>
            </a:extLst>
          </p:cNvPr>
          <p:cNvGrpSpPr/>
          <p:nvPr/>
        </p:nvGrpSpPr>
        <p:grpSpPr>
          <a:xfrm>
            <a:off x="1084825" y="1208049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>
              <a:extLst>
                <a:ext uri="{FF2B5EF4-FFF2-40B4-BE49-F238E27FC236}">
                  <a16:creationId xmlns:a16="http://schemas.microsoft.com/office/drawing/2014/main" id="{3B46A237-0912-23B2-0996-FB35EC40229D}"/>
                </a:ext>
              </a:extLst>
            </p:cNvPr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>
              <a:extLst>
                <a:ext uri="{FF2B5EF4-FFF2-40B4-BE49-F238E27FC236}">
                  <a16:creationId xmlns:a16="http://schemas.microsoft.com/office/drawing/2014/main" id="{C3514DE1-BAB3-ACB2-BD5E-9BB1BA64C423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2" name="Google Shape;670;p35">
            <a:extLst>
              <a:ext uri="{FF2B5EF4-FFF2-40B4-BE49-F238E27FC236}">
                <a16:creationId xmlns:a16="http://schemas.microsoft.com/office/drawing/2014/main" id="{E8EEEDA4-E2DA-9423-EE7B-8EA763474BD3}"/>
              </a:ext>
            </a:extLst>
          </p:cNvPr>
          <p:cNvGrpSpPr/>
          <p:nvPr/>
        </p:nvGrpSpPr>
        <p:grpSpPr>
          <a:xfrm>
            <a:off x="1668662" y="1420096"/>
            <a:ext cx="365774" cy="320040"/>
            <a:chOff x="5618463" y="1291725"/>
            <a:chExt cx="515175" cy="452225"/>
          </a:xfrm>
        </p:grpSpPr>
        <p:sp>
          <p:nvSpPr>
            <p:cNvPr id="3" name="Google Shape;671;p35">
              <a:extLst>
                <a:ext uri="{FF2B5EF4-FFF2-40B4-BE49-F238E27FC236}">
                  <a16:creationId xmlns:a16="http://schemas.microsoft.com/office/drawing/2014/main" id="{A87FD3A4-CDDE-7711-376B-B6F04AE565AA}"/>
                </a:ext>
              </a:extLst>
            </p:cNvPr>
            <p:cNvSpPr/>
            <p:nvPr/>
          </p:nvSpPr>
          <p:spPr>
            <a:xfrm>
              <a:off x="5977188" y="1594800"/>
              <a:ext cx="146500" cy="140500"/>
            </a:xfrm>
            <a:custGeom>
              <a:avLst/>
              <a:gdLst/>
              <a:ahLst/>
              <a:cxnLst/>
              <a:rect l="l" t="t" r="r" b="b"/>
              <a:pathLst>
                <a:path w="5860" h="5620" extrusionOk="0">
                  <a:moveTo>
                    <a:pt x="1384" y="0"/>
                  </a:moveTo>
                  <a:lnTo>
                    <a:pt x="0" y="1403"/>
                  </a:lnTo>
                  <a:cubicBezTo>
                    <a:pt x="531" y="2010"/>
                    <a:pt x="1024" y="2636"/>
                    <a:pt x="1460" y="3319"/>
                  </a:cubicBezTo>
                  <a:lnTo>
                    <a:pt x="2522" y="4968"/>
                  </a:lnTo>
                  <a:cubicBezTo>
                    <a:pt x="2874" y="5401"/>
                    <a:pt x="3381" y="5620"/>
                    <a:pt x="3887" y="5620"/>
                  </a:cubicBezTo>
                  <a:cubicBezTo>
                    <a:pt x="4334" y="5620"/>
                    <a:pt x="4781" y="5448"/>
                    <a:pt x="5120" y="5101"/>
                  </a:cubicBezTo>
                  <a:cubicBezTo>
                    <a:pt x="5859" y="4361"/>
                    <a:pt x="5802" y="3148"/>
                    <a:pt x="5006" y="2484"/>
                  </a:cubicBezTo>
                  <a:lnTo>
                    <a:pt x="3262" y="1403"/>
                  </a:lnTo>
                  <a:cubicBezTo>
                    <a:pt x="2617" y="967"/>
                    <a:pt x="1991" y="512"/>
                    <a:pt x="13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72;p35">
              <a:extLst>
                <a:ext uri="{FF2B5EF4-FFF2-40B4-BE49-F238E27FC236}">
                  <a16:creationId xmlns:a16="http://schemas.microsoft.com/office/drawing/2014/main" id="{AD8E813A-202E-778A-DC45-F2D99EE1FCDD}"/>
                </a:ext>
              </a:extLst>
            </p:cNvPr>
            <p:cNvSpPr/>
            <p:nvPr/>
          </p:nvSpPr>
          <p:spPr>
            <a:xfrm>
              <a:off x="5937838" y="1555925"/>
              <a:ext cx="74450" cy="73500"/>
            </a:xfrm>
            <a:custGeom>
              <a:avLst/>
              <a:gdLst/>
              <a:ahLst/>
              <a:cxnLst/>
              <a:rect l="l" t="t" r="r" b="b"/>
              <a:pathLst>
                <a:path w="2978" h="2940" extrusionOk="0">
                  <a:moveTo>
                    <a:pt x="1271" y="0"/>
                  </a:moveTo>
                  <a:cubicBezTo>
                    <a:pt x="911" y="475"/>
                    <a:pt x="474" y="892"/>
                    <a:pt x="0" y="1252"/>
                  </a:cubicBezTo>
                  <a:cubicBezTo>
                    <a:pt x="493" y="1726"/>
                    <a:pt x="1043" y="2333"/>
                    <a:pt x="1574" y="2940"/>
                  </a:cubicBezTo>
                  <a:lnTo>
                    <a:pt x="2977" y="1555"/>
                  </a:lnTo>
                  <a:cubicBezTo>
                    <a:pt x="2352" y="1024"/>
                    <a:pt x="1745" y="475"/>
                    <a:pt x="127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73;p35">
              <a:extLst>
                <a:ext uri="{FF2B5EF4-FFF2-40B4-BE49-F238E27FC236}">
                  <a16:creationId xmlns:a16="http://schemas.microsoft.com/office/drawing/2014/main" id="{689F1B0E-50A0-5476-D627-BDEE9388D254}"/>
                </a:ext>
              </a:extLst>
            </p:cNvPr>
            <p:cNvSpPr/>
            <p:nvPr/>
          </p:nvSpPr>
          <p:spPr>
            <a:xfrm>
              <a:off x="5630188" y="1300900"/>
              <a:ext cx="371675" cy="317875"/>
            </a:xfrm>
            <a:custGeom>
              <a:avLst/>
              <a:gdLst/>
              <a:ahLst/>
              <a:cxnLst/>
              <a:rect l="l" t="t" r="r" b="b"/>
              <a:pathLst>
                <a:path w="14867" h="12715" extrusionOk="0">
                  <a:moveTo>
                    <a:pt x="8530" y="0"/>
                  </a:moveTo>
                  <a:cubicBezTo>
                    <a:pt x="8518" y="0"/>
                    <a:pt x="8507" y="0"/>
                    <a:pt x="8495" y="0"/>
                  </a:cubicBezTo>
                  <a:cubicBezTo>
                    <a:pt x="2826" y="0"/>
                    <a:pt x="0" y="6845"/>
                    <a:pt x="4001" y="10846"/>
                  </a:cubicBezTo>
                  <a:cubicBezTo>
                    <a:pt x="5220" y="12065"/>
                    <a:pt x="6855" y="12714"/>
                    <a:pt x="8515" y="12714"/>
                  </a:cubicBezTo>
                  <a:cubicBezTo>
                    <a:pt x="9333" y="12714"/>
                    <a:pt x="10158" y="12556"/>
                    <a:pt x="10941" y="12230"/>
                  </a:cubicBezTo>
                  <a:cubicBezTo>
                    <a:pt x="13311" y="11244"/>
                    <a:pt x="14866" y="8931"/>
                    <a:pt x="14866" y="6352"/>
                  </a:cubicBezTo>
                  <a:cubicBezTo>
                    <a:pt x="14866" y="2856"/>
                    <a:pt x="12041" y="0"/>
                    <a:pt x="8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74;p35">
              <a:extLst>
                <a:ext uri="{FF2B5EF4-FFF2-40B4-BE49-F238E27FC236}">
                  <a16:creationId xmlns:a16="http://schemas.microsoft.com/office/drawing/2014/main" id="{D70400B6-8AD6-E80A-8CC7-206A81030726}"/>
                </a:ext>
              </a:extLst>
            </p:cNvPr>
            <p:cNvSpPr/>
            <p:nvPr/>
          </p:nvSpPr>
          <p:spPr>
            <a:xfrm>
              <a:off x="5860088" y="1372000"/>
              <a:ext cx="53125" cy="158825"/>
            </a:xfrm>
            <a:custGeom>
              <a:avLst/>
              <a:gdLst/>
              <a:ahLst/>
              <a:cxnLst/>
              <a:rect l="l" t="t" r="r" b="b"/>
              <a:pathLst>
                <a:path w="2125" h="6353" extrusionOk="0">
                  <a:moveTo>
                    <a:pt x="1" y="0"/>
                  </a:moveTo>
                  <a:lnTo>
                    <a:pt x="1" y="6353"/>
                  </a:lnTo>
                  <a:lnTo>
                    <a:pt x="2124" y="6353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75;p35">
              <a:extLst>
                <a:ext uri="{FF2B5EF4-FFF2-40B4-BE49-F238E27FC236}">
                  <a16:creationId xmlns:a16="http://schemas.microsoft.com/office/drawing/2014/main" id="{24BDB019-D57A-A4A7-C9F2-2111523D685D}"/>
                </a:ext>
              </a:extLst>
            </p:cNvPr>
            <p:cNvSpPr/>
            <p:nvPr/>
          </p:nvSpPr>
          <p:spPr>
            <a:xfrm>
              <a:off x="5807463" y="1425100"/>
              <a:ext cx="52650" cy="105725"/>
            </a:xfrm>
            <a:custGeom>
              <a:avLst/>
              <a:gdLst/>
              <a:ahLst/>
              <a:cxnLst/>
              <a:rect l="l" t="t" r="r" b="b"/>
              <a:pathLst>
                <a:path w="2106" h="4229" extrusionOk="0">
                  <a:moveTo>
                    <a:pt x="1" y="0"/>
                  </a:moveTo>
                  <a:lnTo>
                    <a:pt x="1" y="4229"/>
                  </a:lnTo>
                  <a:lnTo>
                    <a:pt x="2106" y="4229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76;p35">
              <a:extLst>
                <a:ext uri="{FF2B5EF4-FFF2-40B4-BE49-F238E27FC236}">
                  <a16:creationId xmlns:a16="http://schemas.microsoft.com/office/drawing/2014/main" id="{F51A74B0-83E7-F2E3-F8BF-F001F49F4ABD}"/>
                </a:ext>
              </a:extLst>
            </p:cNvPr>
            <p:cNvSpPr/>
            <p:nvPr/>
          </p:nvSpPr>
          <p:spPr>
            <a:xfrm>
              <a:off x="5754388" y="1478175"/>
              <a:ext cx="53100" cy="52650"/>
            </a:xfrm>
            <a:custGeom>
              <a:avLst/>
              <a:gdLst/>
              <a:ahLst/>
              <a:cxnLst/>
              <a:rect l="l" t="t" r="r" b="b"/>
              <a:pathLst>
                <a:path w="2124" h="2106" extrusionOk="0">
                  <a:moveTo>
                    <a:pt x="0" y="1"/>
                  </a:moveTo>
                  <a:lnTo>
                    <a:pt x="0" y="2106"/>
                  </a:lnTo>
                  <a:lnTo>
                    <a:pt x="2124" y="2106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77;p35">
              <a:extLst>
                <a:ext uri="{FF2B5EF4-FFF2-40B4-BE49-F238E27FC236}">
                  <a16:creationId xmlns:a16="http://schemas.microsoft.com/office/drawing/2014/main" id="{7F923E7D-C30E-4CEA-49FE-34D99D53319A}"/>
                </a:ext>
              </a:extLst>
            </p:cNvPr>
            <p:cNvSpPr/>
            <p:nvPr/>
          </p:nvSpPr>
          <p:spPr>
            <a:xfrm>
              <a:off x="5720513" y="1326975"/>
              <a:ext cx="133925" cy="84575"/>
            </a:xfrm>
            <a:custGeom>
              <a:avLst/>
              <a:gdLst/>
              <a:ahLst/>
              <a:cxnLst/>
              <a:rect l="l" t="t" r="r" b="b"/>
              <a:pathLst>
                <a:path w="5357" h="3383" extrusionOk="0">
                  <a:moveTo>
                    <a:pt x="4882" y="0"/>
                  </a:moveTo>
                  <a:cubicBezTo>
                    <a:pt x="2891" y="0"/>
                    <a:pt x="1071" y="1119"/>
                    <a:pt x="161" y="2901"/>
                  </a:cubicBezTo>
                  <a:cubicBezTo>
                    <a:pt x="1" y="3128"/>
                    <a:pt x="299" y="3382"/>
                    <a:pt x="544" y="3382"/>
                  </a:cubicBezTo>
                  <a:cubicBezTo>
                    <a:pt x="647" y="3382"/>
                    <a:pt x="741" y="3336"/>
                    <a:pt x="786" y="3224"/>
                  </a:cubicBezTo>
                  <a:cubicBezTo>
                    <a:pt x="1556" y="1684"/>
                    <a:pt x="3126" y="720"/>
                    <a:pt x="4832" y="720"/>
                  </a:cubicBezTo>
                  <a:cubicBezTo>
                    <a:pt x="4849" y="720"/>
                    <a:pt x="4865" y="720"/>
                    <a:pt x="4882" y="721"/>
                  </a:cubicBezTo>
                  <a:cubicBezTo>
                    <a:pt x="5356" y="721"/>
                    <a:pt x="5356" y="0"/>
                    <a:pt x="4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78;p35">
              <a:extLst>
                <a:ext uri="{FF2B5EF4-FFF2-40B4-BE49-F238E27FC236}">
                  <a16:creationId xmlns:a16="http://schemas.microsoft.com/office/drawing/2014/main" id="{25CB94A0-99D9-E504-20E8-5159F5086876}"/>
                </a:ext>
              </a:extLst>
            </p:cNvPr>
            <p:cNvSpPr/>
            <p:nvPr/>
          </p:nvSpPr>
          <p:spPr>
            <a:xfrm>
              <a:off x="5710288" y="1426975"/>
              <a:ext cx="15675" cy="13450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361" y="1"/>
                  </a:moveTo>
                  <a:cubicBezTo>
                    <a:pt x="115" y="1"/>
                    <a:pt x="1" y="285"/>
                    <a:pt x="171" y="456"/>
                  </a:cubicBezTo>
                  <a:cubicBezTo>
                    <a:pt x="221" y="512"/>
                    <a:pt x="288" y="538"/>
                    <a:pt x="354" y="538"/>
                  </a:cubicBezTo>
                  <a:cubicBezTo>
                    <a:pt x="490" y="538"/>
                    <a:pt x="627" y="432"/>
                    <a:pt x="627" y="266"/>
                  </a:cubicBezTo>
                  <a:cubicBezTo>
                    <a:pt x="608" y="115"/>
                    <a:pt x="494" y="1"/>
                    <a:pt x="3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79;p35">
              <a:extLst>
                <a:ext uri="{FF2B5EF4-FFF2-40B4-BE49-F238E27FC236}">
                  <a16:creationId xmlns:a16="http://schemas.microsoft.com/office/drawing/2014/main" id="{6A8F2016-1855-5B41-3647-C6EA774D3472}"/>
                </a:ext>
              </a:extLst>
            </p:cNvPr>
            <p:cNvSpPr/>
            <p:nvPr/>
          </p:nvSpPr>
          <p:spPr>
            <a:xfrm>
              <a:off x="5618463" y="1291725"/>
              <a:ext cx="515175" cy="452225"/>
            </a:xfrm>
            <a:custGeom>
              <a:avLst/>
              <a:gdLst/>
              <a:ahLst/>
              <a:cxnLst/>
              <a:rect l="l" t="t" r="r" b="b"/>
              <a:pathLst>
                <a:path w="20607" h="18089" extrusionOk="0">
                  <a:moveTo>
                    <a:pt x="8963" y="714"/>
                  </a:moveTo>
                  <a:cubicBezTo>
                    <a:pt x="11160" y="714"/>
                    <a:pt x="13248" y="1913"/>
                    <a:pt x="14311" y="3951"/>
                  </a:cubicBezTo>
                  <a:cubicBezTo>
                    <a:pt x="15676" y="6568"/>
                    <a:pt x="14937" y="9772"/>
                    <a:pt x="12567" y="11536"/>
                  </a:cubicBezTo>
                  <a:cubicBezTo>
                    <a:pt x="11524" y="12313"/>
                    <a:pt x="10272" y="12730"/>
                    <a:pt x="8983" y="12730"/>
                  </a:cubicBezTo>
                  <a:cubicBezTo>
                    <a:pt x="6044" y="12730"/>
                    <a:pt x="3522" y="10587"/>
                    <a:pt x="3048" y="7667"/>
                  </a:cubicBezTo>
                  <a:cubicBezTo>
                    <a:pt x="2593" y="4766"/>
                    <a:pt x="4300" y="1941"/>
                    <a:pt x="7087" y="1012"/>
                  </a:cubicBezTo>
                  <a:cubicBezTo>
                    <a:pt x="7707" y="811"/>
                    <a:pt x="8340" y="714"/>
                    <a:pt x="8963" y="714"/>
                  </a:cubicBezTo>
                  <a:close/>
                  <a:moveTo>
                    <a:pt x="14065" y="11080"/>
                  </a:moveTo>
                  <a:cubicBezTo>
                    <a:pt x="14425" y="11422"/>
                    <a:pt x="14823" y="11782"/>
                    <a:pt x="15221" y="12123"/>
                  </a:cubicBezTo>
                  <a:lnTo>
                    <a:pt x="14368" y="12996"/>
                  </a:lnTo>
                  <a:cubicBezTo>
                    <a:pt x="14027" y="12597"/>
                    <a:pt x="13667" y="12199"/>
                    <a:pt x="13306" y="11839"/>
                  </a:cubicBezTo>
                  <a:cubicBezTo>
                    <a:pt x="13572" y="11611"/>
                    <a:pt x="13837" y="11346"/>
                    <a:pt x="14065" y="11080"/>
                  </a:cubicBezTo>
                  <a:close/>
                  <a:moveTo>
                    <a:pt x="15771" y="12578"/>
                  </a:moveTo>
                  <a:cubicBezTo>
                    <a:pt x="16302" y="13015"/>
                    <a:pt x="16852" y="13413"/>
                    <a:pt x="17440" y="13792"/>
                  </a:cubicBezTo>
                  <a:lnTo>
                    <a:pt x="19146" y="14892"/>
                  </a:lnTo>
                  <a:cubicBezTo>
                    <a:pt x="19696" y="15385"/>
                    <a:pt x="19772" y="16219"/>
                    <a:pt x="19336" y="16826"/>
                  </a:cubicBezTo>
                  <a:cubicBezTo>
                    <a:pt x="19051" y="17179"/>
                    <a:pt x="18630" y="17360"/>
                    <a:pt x="18207" y="17360"/>
                  </a:cubicBezTo>
                  <a:cubicBezTo>
                    <a:pt x="17814" y="17360"/>
                    <a:pt x="17420" y="17203"/>
                    <a:pt x="17137" y="16883"/>
                  </a:cubicBezTo>
                  <a:lnTo>
                    <a:pt x="16094" y="15233"/>
                  </a:lnTo>
                  <a:cubicBezTo>
                    <a:pt x="15714" y="14645"/>
                    <a:pt x="15278" y="14076"/>
                    <a:pt x="14823" y="13526"/>
                  </a:cubicBezTo>
                  <a:lnTo>
                    <a:pt x="15771" y="12578"/>
                  </a:lnTo>
                  <a:close/>
                  <a:moveTo>
                    <a:pt x="8922" y="0"/>
                  </a:moveTo>
                  <a:cubicBezTo>
                    <a:pt x="7272" y="0"/>
                    <a:pt x="5590" y="612"/>
                    <a:pt x="4224" y="1979"/>
                  </a:cubicBezTo>
                  <a:cubicBezTo>
                    <a:pt x="1" y="6202"/>
                    <a:pt x="2983" y="13432"/>
                    <a:pt x="8960" y="13432"/>
                  </a:cubicBezTo>
                  <a:cubicBezTo>
                    <a:pt x="8967" y="13432"/>
                    <a:pt x="8975" y="13432"/>
                    <a:pt x="8983" y="13432"/>
                  </a:cubicBezTo>
                  <a:cubicBezTo>
                    <a:pt x="9012" y="13432"/>
                    <a:pt x="9042" y="13432"/>
                    <a:pt x="9071" y="13432"/>
                  </a:cubicBezTo>
                  <a:cubicBezTo>
                    <a:pt x="10386" y="13432"/>
                    <a:pt x="11662" y="13017"/>
                    <a:pt x="12737" y="12294"/>
                  </a:cubicBezTo>
                  <a:cubicBezTo>
                    <a:pt x="13761" y="13318"/>
                    <a:pt x="14690" y="14437"/>
                    <a:pt x="15506" y="15631"/>
                  </a:cubicBezTo>
                  <a:lnTo>
                    <a:pt x="16568" y="17300"/>
                  </a:lnTo>
                  <a:cubicBezTo>
                    <a:pt x="16587" y="17300"/>
                    <a:pt x="16587" y="17319"/>
                    <a:pt x="16606" y="17338"/>
                  </a:cubicBezTo>
                  <a:cubicBezTo>
                    <a:pt x="17025" y="17836"/>
                    <a:pt x="17622" y="18089"/>
                    <a:pt x="18221" y="18089"/>
                  </a:cubicBezTo>
                  <a:cubicBezTo>
                    <a:pt x="18761" y="18089"/>
                    <a:pt x="19302" y="17884"/>
                    <a:pt x="19715" y="17470"/>
                  </a:cubicBezTo>
                  <a:cubicBezTo>
                    <a:pt x="20606" y="16579"/>
                    <a:pt x="20531" y="15138"/>
                    <a:pt x="19583" y="14342"/>
                  </a:cubicBezTo>
                  <a:lnTo>
                    <a:pt x="19545" y="14323"/>
                  </a:lnTo>
                  <a:lnTo>
                    <a:pt x="17800" y="13204"/>
                  </a:lnTo>
                  <a:cubicBezTo>
                    <a:pt x="16625" y="12408"/>
                    <a:pt x="15525" y="11517"/>
                    <a:pt x="14501" y="10531"/>
                  </a:cubicBezTo>
                  <a:cubicBezTo>
                    <a:pt x="15278" y="9412"/>
                    <a:pt x="15695" y="8085"/>
                    <a:pt x="15695" y="6738"/>
                  </a:cubicBezTo>
                  <a:cubicBezTo>
                    <a:pt x="15695" y="2683"/>
                    <a:pt x="12378" y="0"/>
                    <a:pt x="89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80;p35">
              <a:extLst>
                <a:ext uri="{FF2B5EF4-FFF2-40B4-BE49-F238E27FC236}">
                  <a16:creationId xmlns:a16="http://schemas.microsoft.com/office/drawing/2014/main" id="{7C81DAEB-BA6E-3124-42D4-3F0E72416B57}"/>
                </a:ext>
              </a:extLst>
            </p:cNvPr>
            <p:cNvSpPr/>
            <p:nvPr/>
          </p:nvSpPr>
          <p:spPr>
            <a:xfrm>
              <a:off x="5724988" y="1363475"/>
              <a:ext cx="217600" cy="176350"/>
            </a:xfrm>
            <a:custGeom>
              <a:avLst/>
              <a:gdLst/>
              <a:ahLst/>
              <a:cxnLst/>
              <a:rect l="l" t="t" r="r" b="b"/>
              <a:pathLst>
                <a:path w="8704" h="7054" extrusionOk="0">
                  <a:moveTo>
                    <a:pt x="2940" y="4949"/>
                  </a:moveTo>
                  <a:lnTo>
                    <a:pt x="2940" y="6352"/>
                  </a:lnTo>
                  <a:lnTo>
                    <a:pt x="1518" y="6352"/>
                  </a:lnTo>
                  <a:lnTo>
                    <a:pt x="1518" y="4949"/>
                  </a:lnTo>
                  <a:close/>
                  <a:moveTo>
                    <a:pt x="5063" y="2825"/>
                  </a:moveTo>
                  <a:lnTo>
                    <a:pt x="5063" y="6352"/>
                  </a:lnTo>
                  <a:lnTo>
                    <a:pt x="3641" y="6352"/>
                  </a:lnTo>
                  <a:lnTo>
                    <a:pt x="3641" y="2825"/>
                  </a:lnTo>
                  <a:close/>
                  <a:moveTo>
                    <a:pt x="7187" y="702"/>
                  </a:moveTo>
                  <a:lnTo>
                    <a:pt x="7187" y="6352"/>
                  </a:lnTo>
                  <a:lnTo>
                    <a:pt x="5765" y="6352"/>
                  </a:lnTo>
                  <a:lnTo>
                    <a:pt x="5765" y="702"/>
                  </a:lnTo>
                  <a:close/>
                  <a:moveTo>
                    <a:pt x="5405" y="0"/>
                  </a:moveTo>
                  <a:cubicBezTo>
                    <a:pt x="5215" y="0"/>
                    <a:pt x="5063" y="152"/>
                    <a:pt x="5063" y="341"/>
                  </a:cubicBezTo>
                  <a:lnTo>
                    <a:pt x="5063" y="2105"/>
                  </a:lnTo>
                  <a:lnTo>
                    <a:pt x="3300" y="2105"/>
                  </a:lnTo>
                  <a:cubicBezTo>
                    <a:pt x="3091" y="2105"/>
                    <a:pt x="2940" y="2276"/>
                    <a:pt x="2940" y="2465"/>
                  </a:cubicBezTo>
                  <a:lnTo>
                    <a:pt x="2940" y="4229"/>
                  </a:lnTo>
                  <a:lnTo>
                    <a:pt x="1176" y="4229"/>
                  </a:lnTo>
                  <a:cubicBezTo>
                    <a:pt x="987" y="4229"/>
                    <a:pt x="816" y="4380"/>
                    <a:pt x="816" y="4589"/>
                  </a:cubicBezTo>
                  <a:lnTo>
                    <a:pt x="816" y="6352"/>
                  </a:lnTo>
                  <a:lnTo>
                    <a:pt x="475" y="6352"/>
                  </a:lnTo>
                  <a:cubicBezTo>
                    <a:pt x="1" y="6352"/>
                    <a:pt x="1" y="7054"/>
                    <a:pt x="475" y="7054"/>
                  </a:cubicBezTo>
                  <a:lnTo>
                    <a:pt x="8230" y="7054"/>
                  </a:lnTo>
                  <a:cubicBezTo>
                    <a:pt x="8704" y="7054"/>
                    <a:pt x="8704" y="6352"/>
                    <a:pt x="8230" y="6352"/>
                  </a:cubicBezTo>
                  <a:lnTo>
                    <a:pt x="7889" y="6352"/>
                  </a:lnTo>
                  <a:lnTo>
                    <a:pt x="7889" y="341"/>
                  </a:lnTo>
                  <a:cubicBezTo>
                    <a:pt x="7889" y="152"/>
                    <a:pt x="7718" y="0"/>
                    <a:pt x="7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691;p35">
            <a:extLst>
              <a:ext uri="{FF2B5EF4-FFF2-40B4-BE49-F238E27FC236}">
                <a16:creationId xmlns:a16="http://schemas.microsoft.com/office/drawing/2014/main" id="{5D0B0FCF-81D6-9751-AD24-DAF3A6DE5C46}"/>
              </a:ext>
            </a:extLst>
          </p:cNvPr>
          <p:cNvGrpSpPr/>
          <p:nvPr/>
        </p:nvGrpSpPr>
        <p:grpSpPr>
          <a:xfrm>
            <a:off x="1685038" y="3418951"/>
            <a:ext cx="365767" cy="365751"/>
            <a:chOff x="4596788" y="1356600"/>
            <a:chExt cx="315725" cy="315575"/>
          </a:xfrm>
        </p:grpSpPr>
        <p:sp>
          <p:nvSpPr>
            <p:cNvPr id="14" name="Google Shape;692;p35">
              <a:extLst>
                <a:ext uri="{FF2B5EF4-FFF2-40B4-BE49-F238E27FC236}">
                  <a16:creationId xmlns:a16="http://schemas.microsoft.com/office/drawing/2014/main" id="{7E6C4631-1934-9717-7F61-8838A916EA71}"/>
                </a:ext>
              </a:extLst>
            </p:cNvPr>
            <p:cNvSpPr/>
            <p:nvPr/>
          </p:nvSpPr>
          <p:spPr>
            <a:xfrm>
              <a:off x="4602463" y="1362800"/>
              <a:ext cx="303425" cy="185100"/>
            </a:xfrm>
            <a:custGeom>
              <a:avLst/>
              <a:gdLst/>
              <a:ahLst/>
              <a:cxnLst/>
              <a:rect l="l" t="t" r="r" b="b"/>
              <a:pathLst>
                <a:path w="12137" h="7404" extrusionOk="0">
                  <a:moveTo>
                    <a:pt x="6576" y="1"/>
                  </a:moveTo>
                  <a:cubicBezTo>
                    <a:pt x="5120" y="1"/>
                    <a:pt x="3665" y="854"/>
                    <a:pt x="3167" y="2549"/>
                  </a:cubicBezTo>
                  <a:cubicBezTo>
                    <a:pt x="2959" y="2492"/>
                    <a:pt x="2750" y="2473"/>
                    <a:pt x="2542" y="2473"/>
                  </a:cubicBezTo>
                  <a:cubicBezTo>
                    <a:pt x="2530" y="2473"/>
                    <a:pt x="2518" y="2473"/>
                    <a:pt x="2507" y="2473"/>
                  </a:cubicBezTo>
                  <a:cubicBezTo>
                    <a:pt x="1157" y="2473"/>
                    <a:pt x="38" y="3566"/>
                    <a:pt x="1" y="4938"/>
                  </a:cubicBezTo>
                  <a:cubicBezTo>
                    <a:pt x="39" y="6303"/>
                    <a:pt x="1157" y="7403"/>
                    <a:pt x="2542" y="7403"/>
                  </a:cubicBezTo>
                  <a:lnTo>
                    <a:pt x="9595" y="7403"/>
                  </a:lnTo>
                  <a:cubicBezTo>
                    <a:pt x="10980" y="7403"/>
                    <a:pt x="12098" y="6303"/>
                    <a:pt x="12136" y="4938"/>
                  </a:cubicBezTo>
                  <a:cubicBezTo>
                    <a:pt x="12117" y="3687"/>
                    <a:pt x="11188" y="2663"/>
                    <a:pt x="9956" y="2492"/>
                  </a:cubicBezTo>
                  <a:lnTo>
                    <a:pt x="9956" y="2473"/>
                  </a:lnTo>
                  <a:cubicBezTo>
                    <a:pt x="9430" y="821"/>
                    <a:pt x="8003" y="1"/>
                    <a:pt x="6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93;p35">
              <a:extLst>
                <a:ext uri="{FF2B5EF4-FFF2-40B4-BE49-F238E27FC236}">
                  <a16:creationId xmlns:a16="http://schemas.microsoft.com/office/drawing/2014/main" id="{24B97A35-82BC-C0EA-2281-7B22C747533C}"/>
                </a:ext>
              </a:extLst>
            </p:cNvPr>
            <p:cNvSpPr/>
            <p:nvPr/>
          </p:nvSpPr>
          <p:spPr>
            <a:xfrm>
              <a:off x="4705338" y="1498575"/>
              <a:ext cx="98625" cy="167825"/>
            </a:xfrm>
            <a:custGeom>
              <a:avLst/>
              <a:gdLst/>
              <a:ahLst/>
              <a:cxnLst/>
              <a:rect l="l" t="t" r="r" b="b"/>
              <a:pathLst>
                <a:path w="3945" h="6713" extrusionOk="0">
                  <a:moveTo>
                    <a:pt x="1233" y="0"/>
                  </a:moveTo>
                  <a:lnTo>
                    <a:pt x="1233" y="3736"/>
                  </a:lnTo>
                  <a:lnTo>
                    <a:pt x="0" y="3736"/>
                  </a:lnTo>
                  <a:lnTo>
                    <a:pt x="1972" y="6713"/>
                  </a:lnTo>
                  <a:lnTo>
                    <a:pt x="3944" y="3736"/>
                  </a:lnTo>
                  <a:lnTo>
                    <a:pt x="2712" y="3736"/>
                  </a:lnTo>
                  <a:lnTo>
                    <a:pt x="27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94;p35">
              <a:extLst>
                <a:ext uri="{FF2B5EF4-FFF2-40B4-BE49-F238E27FC236}">
                  <a16:creationId xmlns:a16="http://schemas.microsoft.com/office/drawing/2014/main" id="{669F10FF-2E8D-3A9F-9A73-120223F09915}"/>
                </a:ext>
              </a:extLst>
            </p:cNvPr>
            <p:cNvSpPr/>
            <p:nvPr/>
          </p:nvSpPr>
          <p:spPr>
            <a:xfrm>
              <a:off x="4775013" y="1455575"/>
              <a:ext cx="13775" cy="12200"/>
            </a:xfrm>
            <a:custGeom>
              <a:avLst/>
              <a:gdLst/>
              <a:ahLst/>
              <a:cxnLst/>
              <a:rect l="l" t="t" r="r" b="b"/>
              <a:pathLst>
                <a:path w="551" h="488" extrusionOk="0">
                  <a:moveTo>
                    <a:pt x="236" y="1"/>
                  </a:moveTo>
                  <a:cubicBezTo>
                    <a:pt x="115" y="1"/>
                    <a:pt x="1" y="99"/>
                    <a:pt x="1" y="241"/>
                  </a:cubicBezTo>
                  <a:cubicBezTo>
                    <a:pt x="1" y="374"/>
                    <a:pt x="115" y="488"/>
                    <a:pt x="247" y="488"/>
                  </a:cubicBezTo>
                  <a:cubicBezTo>
                    <a:pt x="456" y="488"/>
                    <a:pt x="551" y="222"/>
                    <a:pt x="399" y="71"/>
                  </a:cubicBezTo>
                  <a:cubicBezTo>
                    <a:pt x="351" y="22"/>
                    <a:pt x="293" y="1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95;p35">
              <a:extLst>
                <a:ext uri="{FF2B5EF4-FFF2-40B4-BE49-F238E27FC236}">
                  <a16:creationId xmlns:a16="http://schemas.microsoft.com/office/drawing/2014/main" id="{EE7B601D-689A-422C-7DD2-3FB39B6FC448}"/>
                </a:ext>
              </a:extLst>
            </p:cNvPr>
            <p:cNvSpPr/>
            <p:nvPr/>
          </p:nvSpPr>
          <p:spPr>
            <a:xfrm>
              <a:off x="4596788" y="1356600"/>
              <a:ext cx="315725" cy="315575"/>
            </a:xfrm>
            <a:custGeom>
              <a:avLst/>
              <a:gdLst/>
              <a:ahLst/>
              <a:cxnLst/>
              <a:rect l="l" t="t" r="r" b="b"/>
              <a:pathLst>
                <a:path w="12629" h="12623" extrusionOk="0">
                  <a:moveTo>
                    <a:pt x="6804" y="501"/>
                  </a:moveTo>
                  <a:cubicBezTo>
                    <a:pt x="8025" y="501"/>
                    <a:pt x="9249" y="1152"/>
                    <a:pt x="9841" y="2475"/>
                  </a:cubicBezTo>
                  <a:cubicBezTo>
                    <a:pt x="9121" y="2475"/>
                    <a:pt x="8419" y="2759"/>
                    <a:pt x="7907" y="3271"/>
                  </a:cubicBezTo>
                  <a:cubicBezTo>
                    <a:pt x="7812" y="3366"/>
                    <a:pt x="7812" y="3518"/>
                    <a:pt x="7907" y="3612"/>
                  </a:cubicBezTo>
                  <a:cubicBezTo>
                    <a:pt x="7955" y="3660"/>
                    <a:pt x="8021" y="3683"/>
                    <a:pt x="8087" y="3683"/>
                  </a:cubicBezTo>
                  <a:cubicBezTo>
                    <a:pt x="8154" y="3683"/>
                    <a:pt x="8220" y="3660"/>
                    <a:pt x="8267" y="3612"/>
                  </a:cubicBezTo>
                  <a:cubicBezTo>
                    <a:pt x="8681" y="3199"/>
                    <a:pt x="9240" y="2959"/>
                    <a:pt x="9823" y="2959"/>
                  </a:cubicBezTo>
                  <a:cubicBezTo>
                    <a:pt x="9936" y="2959"/>
                    <a:pt x="10050" y="2968"/>
                    <a:pt x="10164" y="2987"/>
                  </a:cubicBezTo>
                  <a:cubicBezTo>
                    <a:pt x="11263" y="3119"/>
                    <a:pt x="12117" y="4048"/>
                    <a:pt x="12136" y="5186"/>
                  </a:cubicBezTo>
                  <a:cubicBezTo>
                    <a:pt x="12098" y="6419"/>
                    <a:pt x="11093" y="7405"/>
                    <a:pt x="9841" y="7405"/>
                  </a:cubicBezTo>
                  <a:lnTo>
                    <a:pt x="7281" y="7405"/>
                  </a:lnTo>
                  <a:lnTo>
                    <a:pt x="7281" y="5679"/>
                  </a:lnTo>
                  <a:cubicBezTo>
                    <a:pt x="7281" y="5546"/>
                    <a:pt x="7187" y="5433"/>
                    <a:pt x="7054" y="5433"/>
                  </a:cubicBezTo>
                  <a:lnTo>
                    <a:pt x="5575" y="5433"/>
                  </a:lnTo>
                  <a:cubicBezTo>
                    <a:pt x="5442" y="5433"/>
                    <a:pt x="5328" y="5546"/>
                    <a:pt x="5328" y="5679"/>
                  </a:cubicBezTo>
                  <a:lnTo>
                    <a:pt x="5328" y="7405"/>
                  </a:lnTo>
                  <a:lnTo>
                    <a:pt x="2788" y="7405"/>
                  </a:lnTo>
                  <a:cubicBezTo>
                    <a:pt x="1536" y="7405"/>
                    <a:pt x="512" y="6419"/>
                    <a:pt x="493" y="5186"/>
                  </a:cubicBezTo>
                  <a:cubicBezTo>
                    <a:pt x="512" y="3947"/>
                    <a:pt x="1517" y="2967"/>
                    <a:pt x="2752" y="2967"/>
                  </a:cubicBezTo>
                  <a:cubicBezTo>
                    <a:pt x="2764" y="2967"/>
                    <a:pt x="2776" y="2967"/>
                    <a:pt x="2788" y="2968"/>
                  </a:cubicBezTo>
                  <a:cubicBezTo>
                    <a:pt x="3375" y="2968"/>
                    <a:pt x="3925" y="3195"/>
                    <a:pt x="4342" y="3612"/>
                  </a:cubicBezTo>
                  <a:cubicBezTo>
                    <a:pt x="4395" y="3665"/>
                    <a:pt x="4455" y="3687"/>
                    <a:pt x="4514" y="3687"/>
                  </a:cubicBezTo>
                  <a:cubicBezTo>
                    <a:pt x="4706" y="3687"/>
                    <a:pt x="4877" y="3446"/>
                    <a:pt x="4703" y="3271"/>
                  </a:cubicBezTo>
                  <a:cubicBezTo>
                    <a:pt x="4418" y="2987"/>
                    <a:pt x="4077" y="2759"/>
                    <a:pt x="3698" y="2626"/>
                  </a:cubicBezTo>
                  <a:cubicBezTo>
                    <a:pt x="4242" y="1218"/>
                    <a:pt x="5521" y="501"/>
                    <a:pt x="6804" y="501"/>
                  </a:cubicBezTo>
                  <a:close/>
                  <a:moveTo>
                    <a:pt x="6788" y="5926"/>
                  </a:moveTo>
                  <a:lnTo>
                    <a:pt x="6788" y="9415"/>
                  </a:lnTo>
                  <a:cubicBezTo>
                    <a:pt x="6788" y="9547"/>
                    <a:pt x="6883" y="9661"/>
                    <a:pt x="7016" y="9661"/>
                  </a:cubicBezTo>
                  <a:lnTo>
                    <a:pt x="7812" y="9680"/>
                  </a:lnTo>
                  <a:lnTo>
                    <a:pt x="6295" y="11936"/>
                  </a:lnTo>
                  <a:lnTo>
                    <a:pt x="4798" y="9680"/>
                  </a:lnTo>
                  <a:lnTo>
                    <a:pt x="5556" y="9680"/>
                  </a:lnTo>
                  <a:cubicBezTo>
                    <a:pt x="5689" y="9680"/>
                    <a:pt x="5802" y="9566"/>
                    <a:pt x="5802" y="9434"/>
                  </a:cubicBezTo>
                  <a:lnTo>
                    <a:pt x="5802" y="5926"/>
                  </a:lnTo>
                  <a:close/>
                  <a:moveTo>
                    <a:pt x="6792" y="0"/>
                  </a:moveTo>
                  <a:cubicBezTo>
                    <a:pt x="5311" y="0"/>
                    <a:pt x="3829" y="830"/>
                    <a:pt x="3224" y="2494"/>
                  </a:cubicBezTo>
                  <a:cubicBezTo>
                    <a:pt x="3075" y="2470"/>
                    <a:pt x="2927" y="2458"/>
                    <a:pt x="2781" y="2458"/>
                  </a:cubicBezTo>
                  <a:cubicBezTo>
                    <a:pt x="1296" y="2458"/>
                    <a:pt x="35" y="3649"/>
                    <a:pt x="0" y="5186"/>
                  </a:cubicBezTo>
                  <a:cubicBezTo>
                    <a:pt x="19" y="6684"/>
                    <a:pt x="1271" y="7898"/>
                    <a:pt x="2788" y="7898"/>
                  </a:cubicBezTo>
                  <a:lnTo>
                    <a:pt x="5328" y="7898"/>
                  </a:lnTo>
                  <a:lnTo>
                    <a:pt x="5328" y="9168"/>
                  </a:lnTo>
                  <a:lnTo>
                    <a:pt x="4342" y="9168"/>
                  </a:lnTo>
                  <a:cubicBezTo>
                    <a:pt x="4335" y="9167"/>
                    <a:pt x="4327" y="9167"/>
                    <a:pt x="4320" y="9167"/>
                  </a:cubicBezTo>
                  <a:cubicBezTo>
                    <a:pt x="4125" y="9167"/>
                    <a:pt x="4006" y="9402"/>
                    <a:pt x="4134" y="9566"/>
                  </a:cubicBezTo>
                  <a:lnTo>
                    <a:pt x="6106" y="12524"/>
                  </a:lnTo>
                  <a:cubicBezTo>
                    <a:pt x="6139" y="12574"/>
                    <a:pt x="6200" y="12623"/>
                    <a:pt x="6277" y="12623"/>
                  </a:cubicBezTo>
                  <a:cubicBezTo>
                    <a:pt x="6289" y="12623"/>
                    <a:pt x="6302" y="12622"/>
                    <a:pt x="6314" y="12619"/>
                  </a:cubicBezTo>
                  <a:cubicBezTo>
                    <a:pt x="6325" y="12622"/>
                    <a:pt x="6335" y="12623"/>
                    <a:pt x="6345" y="12623"/>
                  </a:cubicBezTo>
                  <a:cubicBezTo>
                    <a:pt x="6410" y="12623"/>
                    <a:pt x="6471" y="12574"/>
                    <a:pt x="6504" y="12524"/>
                  </a:cubicBezTo>
                  <a:lnTo>
                    <a:pt x="8476" y="9566"/>
                  </a:lnTo>
                  <a:cubicBezTo>
                    <a:pt x="8533" y="9490"/>
                    <a:pt x="8533" y="9377"/>
                    <a:pt x="8495" y="9301"/>
                  </a:cubicBezTo>
                  <a:cubicBezTo>
                    <a:pt x="8457" y="9225"/>
                    <a:pt x="8362" y="9168"/>
                    <a:pt x="8286" y="9168"/>
                  </a:cubicBezTo>
                  <a:lnTo>
                    <a:pt x="7281" y="9168"/>
                  </a:lnTo>
                  <a:lnTo>
                    <a:pt x="7281" y="7898"/>
                  </a:lnTo>
                  <a:lnTo>
                    <a:pt x="9841" y="7898"/>
                  </a:lnTo>
                  <a:cubicBezTo>
                    <a:pt x="11339" y="7898"/>
                    <a:pt x="12591" y="6684"/>
                    <a:pt x="12629" y="5186"/>
                  </a:cubicBezTo>
                  <a:cubicBezTo>
                    <a:pt x="12591" y="3878"/>
                    <a:pt x="11662" y="2778"/>
                    <a:pt x="10372" y="2513"/>
                  </a:cubicBezTo>
                  <a:cubicBezTo>
                    <a:pt x="9773" y="839"/>
                    <a:pt x="8283" y="0"/>
                    <a:pt x="67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166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B42DC946-B603-E96F-F438-5BF6895F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5">
            <a:extLst>
              <a:ext uri="{FF2B5EF4-FFF2-40B4-BE49-F238E27FC236}">
                <a16:creationId xmlns:a16="http://schemas.microsoft.com/office/drawing/2014/main" id="{03F68EA7-181B-62AB-89AC-BEC9D49C1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how &amp; tell;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61" name="Google Shape;661;p35">
            <a:extLst>
              <a:ext uri="{FF2B5EF4-FFF2-40B4-BE49-F238E27FC236}">
                <a16:creationId xmlns:a16="http://schemas.microsoft.com/office/drawing/2014/main" id="{70FD5BE0-70C1-36CE-4BF0-14298274A1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99201" y="3967054"/>
            <a:ext cx="5744799" cy="918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//Take 3 tickets → Show waiting queue → Serve next → Show served history → save to file → load → open the CSV file to verify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62" name="Google Shape;662;p35">
            <a:extLst>
              <a:ext uri="{FF2B5EF4-FFF2-40B4-BE49-F238E27FC236}">
                <a16:creationId xmlns:a16="http://schemas.microsoft.com/office/drawing/2014/main" id="{CCECC540-171A-989A-5D4E-BE64383E88E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75598" y="2574303"/>
            <a:ext cx="6092750" cy="9182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//Save writes served history into the file.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//Load rebuilds served lists 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//After load: nextTicketNumber becomes (max ticketNumber) + 1 to avoid duplicates.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63" name="Google Shape;663;p35">
            <a:extLst>
              <a:ext uri="{FF2B5EF4-FFF2-40B4-BE49-F238E27FC236}">
                <a16:creationId xmlns:a16="http://schemas.microsoft.com/office/drawing/2014/main" id="{89DCBF31-BDFA-A4BC-5161-EBB65186458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70075" y="1952081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Save / load behavior</a:t>
            </a:r>
            <a:endParaRPr dirty="0"/>
          </a:p>
        </p:txBody>
      </p:sp>
      <p:sp>
        <p:nvSpPr>
          <p:cNvPr id="664" name="Google Shape;664;p35">
            <a:extLst>
              <a:ext uri="{FF2B5EF4-FFF2-40B4-BE49-F238E27FC236}">
                <a16:creationId xmlns:a16="http://schemas.microsoft.com/office/drawing/2014/main" id="{E1277F15-2E3F-6F31-88CC-4B8B7602A70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49074" y="1509050"/>
            <a:ext cx="6519275" cy="5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//ticketNumber|ticketState|customerName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5" name="Google Shape;665;p35">
            <a:extLst>
              <a:ext uri="{FF2B5EF4-FFF2-40B4-BE49-F238E27FC236}">
                <a16:creationId xmlns:a16="http://schemas.microsoft.com/office/drawing/2014/main" id="{8BD6875C-28A1-43A4-87EB-67FAF004413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659074" y="1176447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 format {saved to data.csv}</a:t>
            </a:r>
            <a:endParaRPr dirty="0"/>
          </a:p>
        </p:txBody>
      </p:sp>
      <p:sp>
        <p:nvSpPr>
          <p:cNvPr id="666" name="Google Shape;666;p35">
            <a:extLst>
              <a:ext uri="{FF2B5EF4-FFF2-40B4-BE49-F238E27FC236}">
                <a16:creationId xmlns:a16="http://schemas.microsoft.com/office/drawing/2014/main" id="{E64782C5-96C9-1795-1EA4-194DDC1C4E0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35803" y="3607224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steps</a:t>
            </a:r>
            <a:endParaRPr dirty="0"/>
          </a:p>
        </p:txBody>
      </p:sp>
      <p:grpSp>
        <p:nvGrpSpPr>
          <p:cNvPr id="667" name="Google Shape;667;p35">
            <a:extLst>
              <a:ext uri="{FF2B5EF4-FFF2-40B4-BE49-F238E27FC236}">
                <a16:creationId xmlns:a16="http://schemas.microsoft.com/office/drawing/2014/main" id="{9300223E-BAC0-C464-D328-A63A9D9CCA2A}"/>
              </a:ext>
            </a:extLst>
          </p:cNvPr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342033A7-9522-CE7B-029A-2A8DAC8701FF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69" name="Google Shape;669;p35">
              <a:extLst>
                <a:ext uri="{FF2B5EF4-FFF2-40B4-BE49-F238E27FC236}">
                  <a16:creationId xmlns:a16="http://schemas.microsoft.com/office/drawing/2014/main" id="{FD6B96EB-69F5-2100-493D-A7E67ECFD505}"/>
                </a:ext>
              </a:extLst>
            </p:cNvPr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0" name="Google Shape;670;p35">
            <a:extLst>
              <a:ext uri="{FF2B5EF4-FFF2-40B4-BE49-F238E27FC236}">
                <a16:creationId xmlns:a16="http://schemas.microsoft.com/office/drawing/2014/main" id="{6815EE55-9829-9456-1AAC-853E1BC22C2E}"/>
              </a:ext>
            </a:extLst>
          </p:cNvPr>
          <p:cNvGrpSpPr/>
          <p:nvPr/>
        </p:nvGrpSpPr>
        <p:grpSpPr>
          <a:xfrm>
            <a:off x="1901114" y="1416393"/>
            <a:ext cx="365774" cy="320040"/>
            <a:chOff x="5618463" y="1291725"/>
            <a:chExt cx="515175" cy="452225"/>
          </a:xfrm>
        </p:grpSpPr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C4DE8A4A-B67D-CE3F-DC6C-7E7916AB9ADF}"/>
                </a:ext>
              </a:extLst>
            </p:cNvPr>
            <p:cNvSpPr/>
            <p:nvPr/>
          </p:nvSpPr>
          <p:spPr>
            <a:xfrm>
              <a:off x="5977188" y="1594800"/>
              <a:ext cx="146500" cy="140500"/>
            </a:xfrm>
            <a:custGeom>
              <a:avLst/>
              <a:gdLst/>
              <a:ahLst/>
              <a:cxnLst/>
              <a:rect l="l" t="t" r="r" b="b"/>
              <a:pathLst>
                <a:path w="5860" h="5620" extrusionOk="0">
                  <a:moveTo>
                    <a:pt x="1384" y="0"/>
                  </a:moveTo>
                  <a:lnTo>
                    <a:pt x="0" y="1403"/>
                  </a:lnTo>
                  <a:cubicBezTo>
                    <a:pt x="531" y="2010"/>
                    <a:pt x="1024" y="2636"/>
                    <a:pt x="1460" y="3319"/>
                  </a:cubicBezTo>
                  <a:lnTo>
                    <a:pt x="2522" y="4968"/>
                  </a:lnTo>
                  <a:cubicBezTo>
                    <a:pt x="2874" y="5401"/>
                    <a:pt x="3381" y="5620"/>
                    <a:pt x="3887" y="5620"/>
                  </a:cubicBezTo>
                  <a:cubicBezTo>
                    <a:pt x="4334" y="5620"/>
                    <a:pt x="4781" y="5448"/>
                    <a:pt x="5120" y="5101"/>
                  </a:cubicBezTo>
                  <a:cubicBezTo>
                    <a:pt x="5859" y="4361"/>
                    <a:pt x="5802" y="3148"/>
                    <a:pt x="5006" y="2484"/>
                  </a:cubicBezTo>
                  <a:lnTo>
                    <a:pt x="3262" y="1403"/>
                  </a:lnTo>
                  <a:cubicBezTo>
                    <a:pt x="2617" y="967"/>
                    <a:pt x="1991" y="512"/>
                    <a:pt x="13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1DA8E88C-DE04-3EDC-2A09-DE020477C0B1}"/>
                </a:ext>
              </a:extLst>
            </p:cNvPr>
            <p:cNvSpPr/>
            <p:nvPr/>
          </p:nvSpPr>
          <p:spPr>
            <a:xfrm>
              <a:off x="5937838" y="1555925"/>
              <a:ext cx="74450" cy="73500"/>
            </a:xfrm>
            <a:custGeom>
              <a:avLst/>
              <a:gdLst/>
              <a:ahLst/>
              <a:cxnLst/>
              <a:rect l="l" t="t" r="r" b="b"/>
              <a:pathLst>
                <a:path w="2978" h="2940" extrusionOk="0">
                  <a:moveTo>
                    <a:pt x="1271" y="0"/>
                  </a:moveTo>
                  <a:cubicBezTo>
                    <a:pt x="911" y="475"/>
                    <a:pt x="474" y="892"/>
                    <a:pt x="0" y="1252"/>
                  </a:cubicBezTo>
                  <a:cubicBezTo>
                    <a:pt x="493" y="1726"/>
                    <a:pt x="1043" y="2333"/>
                    <a:pt x="1574" y="2940"/>
                  </a:cubicBezTo>
                  <a:lnTo>
                    <a:pt x="2977" y="1555"/>
                  </a:lnTo>
                  <a:cubicBezTo>
                    <a:pt x="2352" y="1024"/>
                    <a:pt x="1745" y="475"/>
                    <a:pt x="127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E9109D54-5DFC-582C-9D73-ABB0C55E1333}"/>
                </a:ext>
              </a:extLst>
            </p:cNvPr>
            <p:cNvSpPr/>
            <p:nvPr/>
          </p:nvSpPr>
          <p:spPr>
            <a:xfrm>
              <a:off x="5630188" y="1300900"/>
              <a:ext cx="371675" cy="317875"/>
            </a:xfrm>
            <a:custGeom>
              <a:avLst/>
              <a:gdLst/>
              <a:ahLst/>
              <a:cxnLst/>
              <a:rect l="l" t="t" r="r" b="b"/>
              <a:pathLst>
                <a:path w="14867" h="12715" extrusionOk="0">
                  <a:moveTo>
                    <a:pt x="8530" y="0"/>
                  </a:moveTo>
                  <a:cubicBezTo>
                    <a:pt x="8518" y="0"/>
                    <a:pt x="8507" y="0"/>
                    <a:pt x="8495" y="0"/>
                  </a:cubicBezTo>
                  <a:cubicBezTo>
                    <a:pt x="2826" y="0"/>
                    <a:pt x="0" y="6845"/>
                    <a:pt x="4001" y="10846"/>
                  </a:cubicBezTo>
                  <a:cubicBezTo>
                    <a:pt x="5220" y="12065"/>
                    <a:pt x="6855" y="12714"/>
                    <a:pt x="8515" y="12714"/>
                  </a:cubicBezTo>
                  <a:cubicBezTo>
                    <a:pt x="9333" y="12714"/>
                    <a:pt x="10158" y="12556"/>
                    <a:pt x="10941" y="12230"/>
                  </a:cubicBezTo>
                  <a:cubicBezTo>
                    <a:pt x="13311" y="11244"/>
                    <a:pt x="14866" y="8931"/>
                    <a:pt x="14866" y="6352"/>
                  </a:cubicBezTo>
                  <a:cubicBezTo>
                    <a:pt x="14866" y="2856"/>
                    <a:pt x="12041" y="0"/>
                    <a:pt x="8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E397BCD3-E989-7385-C9A6-68F4BF0D6BE1}"/>
                </a:ext>
              </a:extLst>
            </p:cNvPr>
            <p:cNvSpPr/>
            <p:nvPr/>
          </p:nvSpPr>
          <p:spPr>
            <a:xfrm>
              <a:off x="5860088" y="1372000"/>
              <a:ext cx="53125" cy="158825"/>
            </a:xfrm>
            <a:custGeom>
              <a:avLst/>
              <a:gdLst/>
              <a:ahLst/>
              <a:cxnLst/>
              <a:rect l="l" t="t" r="r" b="b"/>
              <a:pathLst>
                <a:path w="2125" h="6353" extrusionOk="0">
                  <a:moveTo>
                    <a:pt x="1" y="0"/>
                  </a:moveTo>
                  <a:lnTo>
                    <a:pt x="1" y="6353"/>
                  </a:lnTo>
                  <a:lnTo>
                    <a:pt x="2124" y="6353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636468E0-A3A9-E710-1BCC-37B6C14D5A73}"/>
                </a:ext>
              </a:extLst>
            </p:cNvPr>
            <p:cNvSpPr/>
            <p:nvPr/>
          </p:nvSpPr>
          <p:spPr>
            <a:xfrm>
              <a:off x="5807463" y="1425100"/>
              <a:ext cx="52650" cy="105725"/>
            </a:xfrm>
            <a:custGeom>
              <a:avLst/>
              <a:gdLst/>
              <a:ahLst/>
              <a:cxnLst/>
              <a:rect l="l" t="t" r="r" b="b"/>
              <a:pathLst>
                <a:path w="2106" h="4229" extrusionOk="0">
                  <a:moveTo>
                    <a:pt x="1" y="0"/>
                  </a:moveTo>
                  <a:lnTo>
                    <a:pt x="1" y="4229"/>
                  </a:lnTo>
                  <a:lnTo>
                    <a:pt x="2106" y="4229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2B5E8F8E-CF0B-B76C-273A-31E27F11E235}"/>
                </a:ext>
              </a:extLst>
            </p:cNvPr>
            <p:cNvSpPr/>
            <p:nvPr/>
          </p:nvSpPr>
          <p:spPr>
            <a:xfrm>
              <a:off x="5754388" y="1478175"/>
              <a:ext cx="53100" cy="52650"/>
            </a:xfrm>
            <a:custGeom>
              <a:avLst/>
              <a:gdLst/>
              <a:ahLst/>
              <a:cxnLst/>
              <a:rect l="l" t="t" r="r" b="b"/>
              <a:pathLst>
                <a:path w="2124" h="2106" extrusionOk="0">
                  <a:moveTo>
                    <a:pt x="0" y="1"/>
                  </a:moveTo>
                  <a:lnTo>
                    <a:pt x="0" y="2106"/>
                  </a:lnTo>
                  <a:lnTo>
                    <a:pt x="2124" y="2106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CE1EDB0B-F7D6-05CD-DF69-0464BDBE8092}"/>
                </a:ext>
              </a:extLst>
            </p:cNvPr>
            <p:cNvSpPr/>
            <p:nvPr/>
          </p:nvSpPr>
          <p:spPr>
            <a:xfrm>
              <a:off x="5720513" y="1326975"/>
              <a:ext cx="133925" cy="84575"/>
            </a:xfrm>
            <a:custGeom>
              <a:avLst/>
              <a:gdLst/>
              <a:ahLst/>
              <a:cxnLst/>
              <a:rect l="l" t="t" r="r" b="b"/>
              <a:pathLst>
                <a:path w="5357" h="3383" extrusionOk="0">
                  <a:moveTo>
                    <a:pt x="4882" y="0"/>
                  </a:moveTo>
                  <a:cubicBezTo>
                    <a:pt x="2891" y="0"/>
                    <a:pt x="1071" y="1119"/>
                    <a:pt x="161" y="2901"/>
                  </a:cubicBezTo>
                  <a:cubicBezTo>
                    <a:pt x="1" y="3128"/>
                    <a:pt x="299" y="3382"/>
                    <a:pt x="544" y="3382"/>
                  </a:cubicBezTo>
                  <a:cubicBezTo>
                    <a:pt x="647" y="3382"/>
                    <a:pt x="741" y="3336"/>
                    <a:pt x="786" y="3224"/>
                  </a:cubicBezTo>
                  <a:cubicBezTo>
                    <a:pt x="1556" y="1684"/>
                    <a:pt x="3126" y="720"/>
                    <a:pt x="4832" y="720"/>
                  </a:cubicBezTo>
                  <a:cubicBezTo>
                    <a:pt x="4849" y="720"/>
                    <a:pt x="4865" y="720"/>
                    <a:pt x="4882" y="721"/>
                  </a:cubicBezTo>
                  <a:cubicBezTo>
                    <a:pt x="5356" y="721"/>
                    <a:pt x="5356" y="0"/>
                    <a:pt x="4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ED2FBC85-E1BC-8CB4-6E45-E49807354492}"/>
                </a:ext>
              </a:extLst>
            </p:cNvPr>
            <p:cNvSpPr/>
            <p:nvPr/>
          </p:nvSpPr>
          <p:spPr>
            <a:xfrm>
              <a:off x="5710288" y="1426975"/>
              <a:ext cx="15675" cy="13450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361" y="1"/>
                  </a:moveTo>
                  <a:cubicBezTo>
                    <a:pt x="115" y="1"/>
                    <a:pt x="1" y="285"/>
                    <a:pt x="171" y="456"/>
                  </a:cubicBezTo>
                  <a:cubicBezTo>
                    <a:pt x="221" y="512"/>
                    <a:pt x="288" y="538"/>
                    <a:pt x="354" y="538"/>
                  </a:cubicBezTo>
                  <a:cubicBezTo>
                    <a:pt x="490" y="538"/>
                    <a:pt x="627" y="432"/>
                    <a:pt x="627" y="266"/>
                  </a:cubicBezTo>
                  <a:cubicBezTo>
                    <a:pt x="608" y="115"/>
                    <a:pt x="494" y="1"/>
                    <a:pt x="3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51FE14BD-7C08-625C-89BC-4271D745E2B7}"/>
                </a:ext>
              </a:extLst>
            </p:cNvPr>
            <p:cNvSpPr/>
            <p:nvPr/>
          </p:nvSpPr>
          <p:spPr>
            <a:xfrm>
              <a:off x="5618463" y="1291725"/>
              <a:ext cx="515175" cy="452225"/>
            </a:xfrm>
            <a:custGeom>
              <a:avLst/>
              <a:gdLst/>
              <a:ahLst/>
              <a:cxnLst/>
              <a:rect l="l" t="t" r="r" b="b"/>
              <a:pathLst>
                <a:path w="20607" h="18089" extrusionOk="0">
                  <a:moveTo>
                    <a:pt x="8963" y="714"/>
                  </a:moveTo>
                  <a:cubicBezTo>
                    <a:pt x="11160" y="714"/>
                    <a:pt x="13248" y="1913"/>
                    <a:pt x="14311" y="3951"/>
                  </a:cubicBezTo>
                  <a:cubicBezTo>
                    <a:pt x="15676" y="6568"/>
                    <a:pt x="14937" y="9772"/>
                    <a:pt x="12567" y="11536"/>
                  </a:cubicBezTo>
                  <a:cubicBezTo>
                    <a:pt x="11524" y="12313"/>
                    <a:pt x="10272" y="12730"/>
                    <a:pt x="8983" y="12730"/>
                  </a:cubicBezTo>
                  <a:cubicBezTo>
                    <a:pt x="6044" y="12730"/>
                    <a:pt x="3522" y="10587"/>
                    <a:pt x="3048" y="7667"/>
                  </a:cubicBezTo>
                  <a:cubicBezTo>
                    <a:pt x="2593" y="4766"/>
                    <a:pt x="4300" y="1941"/>
                    <a:pt x="7087" y="1012"/>
                  </a:cubicBezTo>
                  <a:cubicBezTo>
                    <a:pt x="7707" y="811"/>
                    <a:pt x="8340" y="714"/>
                    <a:pt x="8963" y="714"/>
                  </a:cubicBezTo>
                  <a:close/>
                  <a:moveTo>
                    <a:pt x="14065" y="11080"/>
                  </a:moveTo>
                  <a:cubicBezTo>
                    <a:pt x="14425" y="11422"/>
                    <a:pt x="14823" y="11782"/>
                    <a:pt x="15221" y="12123"/>
                  </a:cubicBezTo>
                  <a:lnTo>
                    <a:pt x="14368" y="12996"/>
                  </a:lnTo>
                  <a:cubicBezTo>
                    <a:pt x="14027" y="12597"/>
                    <a:pt x="13667" y="12199"/>
                    <a:pt x="13306" y="11839"/>
                  </a:cubicBezTo>
                  <a:cubicBezTo>
                    <a:pt x="13572" y="11611"/>
                    <a:pt x="13837" y="11346"/>
                    <a:pt x="14065" y="11080"/>
                  </a:cubicBezTo>
                  <a:close/>
                  <a:moveTo>
                    <a:pt x="15771" y="12578"/>
                  </a:moveTo>
                  <a:cubicBezTo>
                    <a:pt x="16302" y="13015"/>
                    <a:pt x="16852" y="13413"/>
                    <a:pt x="17440" y="13792"/>
                  </a:cubicBezTo>
                  <a:lnTo>
                    <a:pt x="19146" y="14892"/>
                  </a:lnTo>
                  <a:cubicBezTo>
                    <a:pt x="19696" y="15385"/>
                    <a:pt x="19772" y="16219"/>
                    <a:pt x="19336" y="16826"/>
                  </a:cubicBezTo>
                  <a:cubicBezTo>
                    <a:pt x="19051" y="17179"/>
                    <a:pt x="18630" y="17360"/>
                    <a:pt x="18207" y="17360"/>
                  </a:cubicBezTo>
                  <a:cubicBezTo>
                    <a:pt x="17814" y="17360"/>
                    <a:pt x="17420" y="17203"/>
                    <a:pt x="17137" y="16883"/>
                  </a:cubicBezTo>
                  <a:lnTo>
                    <a:pt x="16094" y="15233"/>
                  </a:lnTo>
                  <a:cubicBezTo>
                    <a:pt x="15714" y="14645"/>
                    <a:pt x="15278" y="14076"/>
                    <a:pt x="14823" y="13526"/>
                  </a:cubicBezTo>
                  <a:lnTo>
                    <a:pt x="15771" y="12578"/>
                  </a:lnTo>
                  <a:close/>
                  <a:moveTo>
                    <a:pt x="8922" y="0"/>
                  </a:moveTo>
                  <a:cubicBezTo>
                    <a:pt x="7272" y="0"/>
                    <a:pt x="5590" y="612"/>
                    <a:pt x="4224" y="1979"/>
                  </a:cubicBezTo>
                  <a:cubicBezTo>
                    <a:pt x="1" y="6202"/>
                    <a:pt x="2983" y="13432"/>
                    <a:pt x="8960" y="13432"/>
                  </a:cubicBezTo>
                  <a:cubicBezTo>
                    <a:pt x="8967" y="13432"/>
                    <a:pt x="8975" y="13432"/>
                    <a:pt x="8983" y="13432"/>
                  </a:cubicBezTo>
                  <a:cubicBezTo>
                    <a:pt x="9012" y="13432"/>
                    <a:pt x="9042" y="13432"/>
                    <a:pt x="9071" y="13432"/>
                  </a:cubicBezTo>
                  <a:cubicBezTo>
                    <a:pt x="10386" y="13432"/>
                    <a:pt x="11662" y="13017"/>
                    <a:pt x="12737" y="12294"/>
                  </a:cubicBezTo>
                  <a:cubicBezTo>
                    <a:pt x="13761" y="13318"/>
                    <a:pt x="14690" y="14437"/>
                    <a:pt x="15506" y="15631"/>
                  </a:cubicBezTo>
                  <a:lnTo>
                    <a:pt x="16568" y="17300"/>
                  </a:lnTo>
                  <a:cubicBezTo>
                    <a:pt x="16587" y="17300"/>
                    <a:pt x="16587" y="17319"/>
                    <a:pt x="16606" y="17338"/>
                  </a:cubicBezTo>
                  <a:cubicBezTo>
                    <a:pt x="17025" y="17836"/>
                    <a:pt x="17622" y="18089"/>
                    <a:pt x="18221" y="18089"/>
                  </a:cubicBezTo>
                  <a:cubicBezTo>
                    <a:pt x="18761" y="18089"/>
                    <a:pt x="19302" y="17884"/>
                    <a:pt x="19715" y="17470"/>
                  </a:cubicBezTo>
                  <a:cubicBezTo>
                    <a:pt x="20606" y="16579"/>
                    <a:pt x="20531" y="15138"/>
                    <a:pt x="19583" y="14342"/>
                  </a:cubicBezTo>
                  <a:lnTo>
                    <a:pt x="19545" y="14323"/>
                  </a:lnTo>
                  <a:lnTo>
                    <a:pt x="17800" y="13204"/>
                  </a:lnTo>
                  <a:cubicBezTo>
                    <a:pt x="16625" y="12408"/>
                    <a:pt x="15525" y="11517"/>
                    <a:pt x="14501" y="10531"/>
                  </a:cubicBezTo>
                  <a:cubicBezTo>
                    <a:pt x="15278" y="9412"/>
                    <a:pt x="15695" y="8085"/>
                    <a:pt x="15695" y="6738"/>
                  </a:cubicBezTo>
                  <a:cubicBezTo>
                    <a:pt x="15695" y="2683"/>
                    <a:pt x="12378" y="0"/>
                    <a:pt x="89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209367FE-7C8E-1A18-36AB-E3DDE2C35D48}"/>
                </a:ext>
              </a:extLst>
            </p:cNvPr>
            <p:cNvSpPr/>
            <p:nvPr/>
          </p:nvSpPr>
          <p:spPr>
            <a:xfrm>
              <a:off x="5724988" y="1363475"/>
              <a:ext cx="217600" cy="176350"/>
            </a:xfrm>
            <a:custGeom>
              <a:avLst/>
              <a:gdLst/>
              <a:ahLst/>
              <a:cxnLst/>
              <a:rect l="l" t="t" r="r" b="b"/>
              <a:pathLst>
                <a:path w="8704" h="7054" extrusionOk="0">
                  <a:moveTo>
                    <a:pt x="2940" y="4949"/>
                  </a:moveTo>
                  <a:lnTo>
                    <a:pt x="2940" y="6352"/>
                  </a:lnTo>
                  <a:lnTo>
                    <a:pt x="1518" y="6352"/>
                  </a:lnTo>
                  <a:lnTo>
                    <a:pt x="1518" y="4949"/>
                  </a:lnTo>
                  <a:close/>
                  <a:moveTo>
                    <a:pt x="5063" y="2825"/>
                  </a:moveTo>
                  <a:lnTo>
                    <a:pt x="5063" y="6352"/>
                  </a:lnTo>
                  <a:lnTo>
                    <a:pt x="3641" y="6352"/>
                  </a:lnTo>
                  <a:lnTo>
                    <a:pt x="3641" y="2825"/>
                  </a:lnTo>
                  <a:close/>
                  <a:moveTo>
                    <a:pt x="7187" y="702"/>
                  </a:moveTo>
                  <a:lnTo>
                    <a:pt x="7187" y="6352"/>
                  </a:lnTo>
                  <a:lnTo>
                    <a:pt x="5765" y="6352"/>
                  </a:lnTo>
                  <a:lnTo>
                    <a:pt x="5765" y="702"/>
                  </a:lnTo>
                  <a:close/>
                  <a:moveTo>
                    <a:pt x="5405" y="0"/>
                  </a:moveTo>
                  <a:cubicBezTo>
                    <a:pt x="5215" y="0"/>
                    <a:pt x="5063" y="152"/>
                    <a:pt x="5063" y="341"/>
                  </a:cubicBezTo>
                  <a:lnTo>
                    <a:pt x="5063" y="2105"/>
                  </a:lnTo>
                  <a:lnTo>
                    <a:pt x="3300" y="2105"/>
                  </a:lnTo>
                  <a:cubicBezTo>
                    <a:pt x="3091" y="2105"/>
                    <a:pt x="2940" y="2276"/>
                    <a:pt x="2940" y="2465"/>
                  </a:cubicBezTo>
                  <a:lnTo>
                    <a:pt x="2940" y="4229"/>
                  </a:lnTo>
                  <a:lnTo>
                    <a:pt x="1176" y="4229"/>
                  </a:lnTo>
                  <a:cubicBezTo>
                    <a:pt x="987" y="4229"/>
                    <a:pt x="816" y="4380"/>
                    <a:pt x="816" y="4589"/>
                  </a:cubicBezTo>
                  <a:lnTo>
                    <a:pt x="816" y="6352"/>
                  </a:lnTo>
                  <a:lnTo>
                    <a:pt x="475" y="6352"/>
                  </a:lnTo>
                  <a:cubicBezTo>
                    <a:pt x="1" y="6352"/>
                    <a:pt x="1" y="7054"/>
                    <a:pt x="475" y="7054"/>
                  </a:cubicBezTo>
                  <a:lnTo>
                    <a:pt x="8230" y="7054"/>
                  </a:lnTo>
                  <a:cubicBezTo>
                    <a:pt x="8704" y="7054"/>
                    <a:pt x="8704" y="6352"/>
                    <a:pt x="8230" y="6352"/>
                  </a:cubicBezTo>
                  <a:lnTo>
                    <a:pt x="7889" y="6352"/>
                  </a:lnTo>
                  <a:lnTo>
                    <a:pt x="7889" y="341"/>
                  </a:lnTo>
                  <a:cubicBezTo>
                    <a:pt x="7889" y="152"/>
                    <a:pt x="7718" y="0"/>
                    <a:pt x="7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35">
            <a:extLst>
              <a:ext uri="{FF2B5EF4-FFF2-40B4-BE49-F238E27FC236}">
                <a16:creationId xmlns:a16="http://schemas.microsoft.com/office/drawing/2014/main" id="{291AB604-16B1-A0ED-B909-0EE2426B1D18}"/>
              </a:ext>
            </a:extLst>
          </p:cNvPr>
          <p:cNvGrpSpPr/>
          <p:nvPr/>
        </p:nvGrpSpPr>
        <p:grpSpPr>
          <a:xfrm>
            <a:off x="2304461" y="2622860"/>
            <a:ext cx="365778" cy="297855"/>
            <a:chOff x="5899913" y="4248925"/>
            <a:chExt cx="639025" cy="524300"/>
          </a:xfrm>
        </p:grpSpPr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9054D843-4526-6E06-D840-CC592FB71029}"/>
                </a:ext>
              </a:extLst>
            </p:cNvPr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2C005414-7C24-0E06-08FF-7D726546E8E0}"/>
                </a:ext>
              </a:extLst>
            </p:cNvPr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16A2FBA5-6EE5-6E5E-B55A-EBFA1912BB44}"/>
                </a:ext>
              </a:extLst>
            </p:cNvPr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FF3267E2-4B61-9FE3-CD8E-892C275CA243}"/>
                </a:ext>
              </a:extLst>
            </p:cNvPr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952D61E5-BDE0-C55A-002A-17B45395AB53}"/>
                </a:ext>
              </a:extLst>
            </p:cNvPr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D9E35A6C-B3B1-6F14-C9E4-C20F2083085F}"/>
                </a:ext>
              </a:extLst>
            </p:cNvPr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24F1261C-4651-C7F3-C215-C29D7BA847EE}"/>
                </a:ext>
              </a:extLst>
            </p:cNvPr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B44EB03E-BCA5-1180-9750-6EBA23B2E583}"/>
                </a:ext>
              </a:extLst>
            </p:cNvPr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85518F6B-FE45-2831-F9CB-27F5A0ACE68B}"/>
                </a:ext>
              </a:extLst>
            </p:cNvPr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35">
            <a:extLst>
              <a:ext uri="{FF2B5EF4-FFF2-40B4-BE49-F238E27FC236}">
                <a16:creationId xmlns:a16="http://schemas.microsoft.com/office/drawing/2014/main" id="{21508834-19E5-B433-D09B-410BC45618D5}"/>
              </a:ext>
            </a:extLst>
          </p:cNvPr>
          <p:cNvGrpSpPr/>
          <p:nvPr/>
        </p:nvGrpSpPr>
        <p:grpSpPr>
          <a:xfrm>
            <a:off x="2731003" y="4021627"/>
            <a:ext cx="365767" cy="365751"/>
            <a:chOff x="4596788" y="1356600"/>
            <a:chExt cx="315725" cy="315575"/>
          </a:xfrm>
        </p:grpSpPr>
        <p:sp>
          <p:nvSpPr>
            <p:cNvPr id="692" name="Google Shape;692;p35">
              <a:extLst>
                <a:ext uri="{FF2B5EF4-FFF2-40B4-BE49-F238E27FC236}">
                  <a16:creationId xmlns:a16="http://schemas.microsoft.com/office/drawing/2014/main" id="{D7090D91-C181-FAAD-CAC7-A33AE9AF10DE}"/>
                </a:ext>
              </a:extLst>
            </p:cNvPr>
            <p:cNvSpPr/>
            <p:nvPr/>
          </p:nvSpPr>
          <p:spPr>
            <a:xfrm>
              <a:off x="4602463" y="1362800"/>
              <a:ext cx="303425" cy="185100"/>
            </a:xfrm>
            <a:custGeom>
              <a:avLst/>
              <a:gdLst/>
              <a:ahLst/>
              <a:cxnLst/>
              <a:rect l="l" t="t" r="r" b="b"/>
              <a:pathLst>
                <a:path w="12137" h="7404" extrusionOk="0">
                  <a:moveTo>
                    <a:pt x="6576" y="1"/>
                  </a:moveTo>
                  <a:cubicBezTo>
                    <a:pt x="5120" y="1"/>
                    <a:pt x="3665" y="854"/>
                    <a:pt x="3167" y="2549"/>
                  </a:cubicBezTo>
                  <a:cubicBezTo>
                    <a:pt x="2959" y="2492"/>
                    <a:pt x="2750" y="2473"/>
                    <a:pt x="2542" y="2473"/>
                  </a:cubicBezTo>
                  <a:cubicBezTo>
                    <a:pt x="2530" y="2473"/>
                    <a:pt x="2518" y="2473"/>
                    <a:pt x="2507" y="2473"/>
                  </a:cubicBezTo>
                  <a:cubicBezTo>
                    <a:pt x="1157" y="2473"/>
                    <a:pt x="38" y="3566"/>
                    <a:pt x="1" y="4938"/>
                  </a:cubicBezTo>
                  <a:cubicBezTo>
                    <a:pt x="39" y="6303"/>
                    <a:pt x="1157" y="7403"/>
                    <a:pt x="2542" y="7403"/>
                  </a:cubicBezTo>
                  <a:lnTo>
                    <a:pt x="9595" y="7403"/>
                  </a:lnTo>
                  <a:cubicBezTo>
                    <a:pt x="10980" y="7403"/>
                    <a:pt x="12098" y="6303"/>
                    <a:pt x="12136" y="4938"/>
                  </a:cubicBezTo>
                  <a:cubicBezTo>
                    <a:pt x="12117" y="3687"/>
                    <a:pt x="11188" y="2663"/>
                    <a:pt x="9956" y="2492"/>
                  </a:cubicBezTo>
                  <a:lnTo>
                    <a:pt x="9956" y="2473"/>
                  </a:lnTo>
                  <a:cubicBezTo>
                    <a:pt x="9430" y="821"/>
                    <a:pt x="8003" y="1"/>
                    <a:pt x="6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5">
              <a:extLst>
                <a:ext uri="{FF2B5EF4-FFF2-40B4-BE49-F238E27FC236}">
                  <a16:creationId xmlns:a16="http://schemas.microsoft.com/office/drawing/2014/main" id="{CFE92BC6-465C-3781-932C-F4FB0A2B46DC}"/>
                </a:ext>
              </a:extLst>
            </p:cNvPr>
            <p:cNvSpPr/>
            <p:nvPr/>
          </p:nvSpPr>
          <p:spPr>
            <a:xfrm>
              <a:off x="4705338" y="1498575"/>
              <a:ext cx="98625" cy="167825"/>
            </a:xfrm>
            <a:custGeom>
              <a:avLst/>
              <a:gdLst/>
              <a:ahLst/>
              <a:cxnLst/>
              <a:rect l="l" t="t" r="r" b="b"/>
              <a:pathLst>
                <a:path w="3945" h="6713" extrusionOk="0">
                  <a:moveTo>
                    <a:pt x="1233" y="0"/>
                  </a:moveTo>
                  <a:lnTo>
                    <a:pt x="1233" y="3736"/>
                  </a:lnTo>
                  <a:lnTo>
                    <a:pt x="0" y="3736"/>
                  </a:lnTo>
                  <a:lnTo>
                    <a:pt x="1972" y="6713"/>
                  </a:lnTo>
                  <a:lnTo>
                    <a:pt x="3944" y="3736"/>
                  </a:lnTo>
                  <a:lnTo>
                    <a:pt x="2712" y="3736"/>
                  </a:lnTo>
                  <a:lnTo>
                    <a:pt x="27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5">
              <a:extLst>
                <a:ext uri="{FF2B5EF4-FFF2-40B4-BE49-F238E27FC236}">
                  <a16:creationId xmlns:a16="http://schemas.microsoft.com/office/drawing/2014/main" id="{3AA71948-032B-2BB8-F46E-0CBD2E54F155}"/>
                </a:ext>
              </a:extLst>
            </p:cNvPr>
            <p:cNvSpPr/>
            <p:nvPr/>
          </p:nvSpPr>
          <p:spPr>
            <a:xfrm>
              <a:off x="4775013" y="1455575"/>
              <a:ext cx="13775" cy="12200"/>
            </a:xfrm>
            <a:custGeom>
              <a:avLst/>
              <a:gdLst/>
              <a:ahLst/>
              <a:cxnLst/>
              <a:rect l="l" t="t" r="r" b="b"/>
              <a:pathLst>
                <a:path w="551" h="488" extrusionOk="0">
                  <a:moveTo>
                    <a:pt x="236" y="1"/>
                  </a:moveTo>
                  <a:cubicBezTo>
                    <a:pt x="115" y="1"/>
                    <a:pt x="1" y="99"/>
                    <a:pt x="1" y="241"/>
                  </a:cubicBezTo>
                  <a:cubicBezTo>
                    <a:pt x="1" y="374"/>
                    <a:pt x="115" y="488"/>
                    <a:pt x="247" y="488"/>
                  </a:cubicBezTo>
                  <a:cubicBezTo>
                    <a:pt x="456" y="488"/>
                    <a:pt x="551" y="222"/>
                    <a:pt x="399" y="71"/>
                  </a:cubicBezTo>
                  <a:cubicBezTo>
                    <a:pt x="351" y="22"/>
                    <a:pt x="293" y="1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F5E6F11B-01B5-8837-CF29-919B3A88D607}"/>
                </a:ext>
              </a:extLst>
            </p:cNvPr>
            <p:cNvSpPr/>
            <p:nvPr/>
          </p:nvSpPr>
          <p:spPr>
            <a:xfrm>
              <a:off x="4596788" y="1356600"/>
              <a:ext cx="315725" cy="315575"/>
            </a:xfrm>
            <a:custGeom>
              <a:avLst/>
              <a:gdLst/>
              <a:ahLst/>
              <a:cxnLst/>
              <a:rect l="l" t="t" r="r" b="b"/>
              <a:pathLst>
                <a:path w="12629" h="12623" extrusionOk="0">
                  <a:moveTo>
                    <a:pt x="6804" y="501"/>
                  </a:moveTo>
                  <a:cubicBezTo>
                    <a:pt x="8025" y="501"/>
                    <a:pt x="9249" y="1152"/>
                    <a:pt x="9841" y="2475"/>
                  </a:cubicBezTo>
                  <a:cubicBezTo>
                    <a:pt x="9121" y="2475"/>
                    <a:pt x="8419" y="2759"/>
                    <a:pt x="7907" y="3271"/>
                  </a:cubicBezTo>
                  <a:cubicBezTo>
                    <a:pt x="7812" y="3366"/>
                    <a:pt x="7812" y="3518"/>
                    <a:pt x="7907" y="3612"/>
                  </a:cubicBezTo>
                  <a:cubicBezTo>
                    <a:pt x="7955" y="3660"/>
                    <a:pt x="8021" y="3683"/>
                    <a:pt x="8087" y="3683"/>
                  </a:cubicBezTo>
                  <a:cubicBezTo>
                    <a:pt x="8154" y="3683"/>
                    <a:pt x="8220" y="3660"/>
                    <a:pt x="8267" y="3612"/>
                  </a:cubicBezTo>
                  <a:cubicBezTo>
                    <a:pt x="8681" y="3199"/>
                    <a:pt x="9240" y="2959"/>
                    <a:pt x="9823" y="2959"/>
                  </a:cubicBezTo>
                  <a:cubicBezTo>
                    <a:pt x="9936" y="2959"/>
                    <a:pt x="10050" y="2968"/>
                    <a:pt x="10164" y="2987"/>
                  </a:cubicBezTo>
                  <a:cubicBezTo>
                    <a:pt x="11263" y="3119"/>
                    <a:pt x="12117" y="4048"/>
                    <a:pt x="12136" y="5186"/>
                  </a:cubicBezTo>
                  <a:cubicBezTo>
                    <a:pt x="12098" y="6419"/>
                    <a:pt x="11093" y="7405"/>
                    <a:pt x="9841" y="7405"/>
                  </a:cubicBezTo>
                  <a:lnTo>
                    <a:pt x="7281" y="7405"/>
                  </a:lnTo>
                  <a:lnTo>
                    <a:pt x="7281" y="5679"/>
                  </a:lnTo>
                  <a:cubicBezTo>
                    <a:pt x="7281" y="5546"/>
                    <a:pt x="7187" y="5433"/>
                    <a:pt x="7054" y="5433"/>
                  </a:cubicBezTo>
                  <a:lnTo>
                    <a:pt x="5575" y="5433"/>
                  </a:lnTo>
                  <a:cubicBezTo>
                    <a:pt x="5442" y="5433"/>
                    <a:pt x="5328" y="5546"/>
                    <a:pt x="5328" y="5679"/>
                  </a:cubicBezTo>
                  <a:lnTo>
                    <a:pt x="5328" y="7405"/>
                  </a:lnTo>
                  <a:lnTo>
                    <a:pt x="2788" y="7405"/>
                  </a:lnTo>
                  <a:cubicBezTo>
                    <a:pt x="1536" y="7405"/>
                    <a:pt x="512" y="6419"/>
                    <a:pt x="493" y="5186"/>
                  </a:cubicBezTo>
                  <a:cubicBezTo>
                    <a:pt x="512" y="3947"/>
                    <a:pt x="1517" y="2967"/>
                    <a:pt x="2752" y="2967"/>
                  </a:cubicBezTo>
                  <a:cubicBezTo>
                    <a:pt x="2764" y="2967"/>
                    <a:pt x="2776" y="2967"/>
                    <a:pt x="2788" y="2968"/>
                  </a:cubicBezTo>
                  <a:cubicBezTo>
                    <a:pt x="3375" y="2968"/>
                    <a:pt x="3925" y="3195"/>
                    <a:pt x="4342" y="3612"/>
                  </a:cubicBezTo>
                  <a:cubicBezTo>
                    <a:pt x="4395" y="3665"/>
                    <a:pt x="4455" y="3687"/>
                    <a:pt x="4514" y="3687"/>
                  </a:cubicBezTo>
                  <a:cubicBezTo>
                    <a:pt x="4706" y="3687"/>
                    <a:pt x="4877" y="3446"/>
                    <a:pt x="4703" y="3271"/>
                  </a:cubicBezTo>
                  <a:cubicBezTo>
                    <a:pt x="4418" y="2987"/>
                    <a:pt x="4077" y="2759"/>
                    <a:pt x="3698" y="2626"/>
                  </a:cubicBezTo>
                  <a:cubicBezTo>
                    <a:pt x="4242" y="1218"/>
                    <a:pt x="5521" y="501"/>
                    <a:pt x="6804" y="501"/>
                  </a:cubicBezTo>
                  <a:close/>
                  <a:moveTo>
                    <a:pt x="6788" y="5926"/>
                  </a:moveTo>
                  <a:lnTo>
                    <a:pt x="6788" y="9415"/>
                  </a:lnTo>
                  <a:cubicBezTo>
                    <a:pt x="6788" y="9547"/>
                    <a:pt x="6883" y="9661"/>
                    <a:pt x="7016" y="9661"/>
                  </a:cubicBezTo>
                  <a:lnTo>
                    <a:pt x="7812" y="9680"/>
                  </a:lnTo>
                  <a:lnTo>
                    <a:pt x="6295" y="11936"/>
                  </a:lnTo>
                  <a:lnTo>
                    <a:pt x="4798" y="9680"/>
                  </a:lnTo>
                  <a:lnTo>
                    <a:pt x="5556" y="9680"/>
                  </a:lnTo>
                  <a:cubicBezTo>
                    <a:pt x="5689" y="9680"/>
                    <a:pt x="5802" y="9566"/>
                    <a:pt x="5802" y="9434"/>
                  </a:cubicBezTo>
                  <a:lnTo>
                    <a:pt x="5802" y="5926"/>
                  </a:lnTo>
                  <a:close/>
                  <a:moveTo>
                    <a:pt x="6792" y="0"/>
                  </a:moveTo>
                  <a:cubicBezTo>
                    <a:pt x="5311" y="0"/>
                    <a:pt x="3829" y="830"/>
                    <a:pt x="3224" y="2494"/>
                  </a:cubicBezTo>
                  <a:cubicBezTo>
                    <a:pt x="3075" y="2470"/>
                    <a:pt x="2927" y="2458"/>
                    <a:pt x="2781" y="2458"/>
                  </a:cubicBezTo>
                  <a:cubicBezTo>
                    <a:pt x="1296" y="2458"/>
                    <a:pt x="35" y="3649"/>
                    <a:pt x="0" y="5186"/>
                  </a:cubicBezTo>
                  <a:cubicBezTo>
                    <a:pt x="19" y="6684"/>
                    <a:pt x="1271" y="7898"/>
                    <a:pt x="2788" y="7898"/>
                  </a:cubicBezTo>
                  <a:lnTo>
                    <a:pt x="5328" y="7898"/>
                  </a:lnTo>
                  <a:lnTo>
                    <a:pt x="5328" y="9168"/>
                  </a:lnTo>
                  <a:lnTo>
                    <a:pt x="4342" y="9168"/>
                  </a:lnTo>
                  <a:cubicBezTo>
                    <a:pt x="4335" y="9167"/>
                    <a:pt x="4327" y="9167"/>
                    <a:pt x="4320" y="9167"/>
                  </a:cubicBezTo>
                  <a:cubicBezTo>
                    <a:pt x="4125" y="9167"/>
                    <a:pt x="4006" y="9402"/>
                    <a:pt x="4134" y="9566"/>
                  </a:cubicBezTo>
                  <a:lnTo>
                    <a:pt x="6106" y="12524"/>
                  </a:lnTo>
                  <a:cubicBezTo>
                    <a:pt x="6139" y="12574"/>
                    <a:pt x="6200" y="12623"/>
                    <a:pt x="6277" y="12623"/>
                  </a:cubicBezTo>
                  <a:cubicBezTo>
                    <a:pt x="6289" y="12623"/>
                    <a:pt x="6302" y="12622"/>
                    <a:pt x="6314" y="12619"/>
                  </a:cubicBezTo>
                  <a:cubicBezTo>
                    <a:pt x="6325" y="12622"/>
                    <a:pt x="6335" y="12623"/>
                    <a:pt x="6345" y="12623"/>
                  </a:cubicBezTo>
                  <a:cubicBezTo>
                    <a:pt x="6410" y="12623"/>
                    <a:pt x="6471" y="12574"/>
                    <a:pt x="6504" y="12524"/>
                  </a:cubicBezTo>
                  <a:lnTo>
                    <a:pt x="8476" y="9566"/>
                  </a:lnTo>
                  <a:cubicBezTo>
                    <a:pt x="8533" y="9490"/>
                    <a:pt x="8533" y="9377"/>
                    <a:pt x="8495" y="9301"/>
                  </a:cubicBezTo>
                  <a:cubicBezTo>
                    <a:pt x="8457" y="9225"/>
                    <a:pt x="8362" y="9168"/>
                    <a:pt x="8286" y="9168"/>
                  </a:cubicBezTo>
                  <a:lnTo>
                    <a:pt x="7281" y="9168"/>
                  </a:lnTo>
                  <a:lnTo>
                    <a:pt x="7281" y="7898"/>
                  </a:lnTo>
                  <a:lnTo>
                    <a:pt x="9841" y="7898"/>
                  </a:lnTo>
                  <a:cubicBezTo>
                    <a:pt x="11339" y="7898"/>
                    <a:pt x="12591" y="6684"/>
                    <a:pt x="12629" y="5186"/>
                  </a:cubicBezTo>
                  <a:cubicBezTo>
                    <a:pt x="12591" y="3878"/>
                    <a:pt x="11662" y="2778"/>
                    <a:pt x="10372" y="2513"/>
                  </a:cubicBezTo>
                  <a:cubicBezTo>
                    <a:pt x="9773" y="839"/>
                    <a:pt x="8283" y="0"/>
                    <a:pt x="67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35">
            <a:extLst>
              <a:ext uri="{FF2B5EF4-FFF2-40B4-BE49-F238E27FC236}">
                <a16:creationId xmlns:a16="http://schemas.microsoft.com/office/drawing/2014/main" id="{736367D1-2F2D-49D2-D823-C900FF305D38}"/>
              </a:ext>
            </a:extLst>
          </p:cNvPr>
          <p:cNvGrpSpPr/>
          <p:nvPr/>
        </p:nvGrpSpPr>
        <p:grpSpPr>
          <a:xfrm>
            <a:off x="1798060" y="1288243"/>
            <a:ext cx="578325" cy="487500"/>
            <a:chOff x="4764875" y="1706700"/>
            <a:chExt cx="578325" cy="487500"/>
          </a:xfrm>
        </p:grpSpPr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8C9D5E7B-AAB6-0C05-CE12-1541761571D6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F18F2413-EF15-7B52-CEE6-826A430AEBC4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35">
            <a:extLst>
              <a:ext uri="{FF2B5EF4-FFF2-40B4-BE49-F238E27FC236}">
                <a16:creationId xmlns:a16="http://schemas.microsoft.com/office/drawing/2014/main" id="{6FA1EE55-F67D-7F3E-8155-9BF38B281336}"/>
              </a:ext>
            </a:extLst>
          </p:cNvPr>
          <p:cNvGrpSpPr/>
          <p:nvPr/>
        </p:nvGrpSpPr>
        <p:grpSpPr>
          <a:xfrm>
            <a:off x="2198188" y="2528038"/>
            <a:ext cx="578325" cy="487500"/>
            <a:chOff x="4764875" y="1706700"/>
            <a:chExt cx="578325" cy="487500"/>
          </a:xfrm>
        </p:grpSpPr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967BF397-64E3-9A6B-A457-5939AA9FE07B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7CC452DD-F009-4CDB-6ED2-2485B3D6DB9F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35">
            <a:extLst>
              <a:ext uri="{FF2B5EF4-FFF2-40B4-BE49-F238E27FC236}">
                <a16:creationId xmlns:a16="http://schemas.microsoft.com/office/drawing/2014/main" id="{58D0F670-9CD2-46EF-9686-C04324F29EF0}"/>
              </a:ext>
            </a:extLst>
          </p:cNvPr>
          <p:cNvGrpSpPr/>
          <p:nvPr/>
        </p:nvGrpSpPr>
        <p:grpSpPr>
          <a:xfrm>
            <a:off x="2624724" y="3899878"/>
            <a:ext cx="578325" cy="487500"/>
            <a:chOff x="4764875" y="1706700"/>
            <a:chExt cx="578325" cy="487500"/>
          </a:xfrm>
        </p:grpSpPr>
        <p:sp>
          <p:nvSpPr>
            <p:cNvPr id="703" name="Google Shape;703;p35">
              <a:extLst>
                <a:ext uri="{FF2B5EF4-FFF2-40B4-BE49-F238E27FC236}">
                  <a16:creationId xmlns:a16="http://schemas.microsoft.com/office/drawing/2014/main" id="{A7175369-87DE-7C08-D44D-535D17E72057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5">
              <a:extLst>
                <a:ext uri="{FF2B5EF4-FFF2-40B4-BE49-F238E27FC236}">
                  <a16:creationId xmlns:a16="http://schemas.microsoft.com/office/drawing/2014/main" id="{143B4966-8ACD-3CFE-7C29-0B01C26523F7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35">
            <a:extLst>
              <a:ext uri="{FF2B5EF4-FFF2-40B4-BE49-F238E27FC236}">
                <a16:creationId xmlns:a16="http://schemas.microsoft.com/office/drawing/2014/main" id="{D8D200DD-DA8E-D583-A3ED-5478C41EFC0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mplementation &amp; demo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07" name="Google Shape;707;p35">
            <a:extLst>
              <a:ext uri="{FF2B5EF4-FFF2-40B4-BE49-F238E27FC236}">
                <a16:creationId xmlns:a16="http://schemas.microsoft.com/office/drawing/2014/main" id="{F91EE415-E522-F081-AF7D-A6127FFE547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File handling + demo steps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524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03ABB944-D79F-C05E-0143-4D9F8D09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5">
            <a:extLst>
              <a:ext uri="{FF2B5EF4-FFF2-40B4-BE49-F238E27FC236}">
                <a16:creationId xmlns:a16="http://schemas.microsoft.com/office/drawing/2014/main" id="{682D862B-FAF4-694C-AEAB-32E6DECFB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</a:t>
            </a:r>
            <a:r>
              <a:rPr lang="en" dirty="0"/>
              <a:t>uture proofing;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62" name="Google Shape;662;p35">
            <a:extLst>
              <a:ext uri="{FF2B5EF4-FFF2-40B4-BE49-F238E27FC236}">
                <a16:creationId xmlns:a16="http://schemas.microsoft.com/office/drawing/2014/main" id="{1DD225F4-605B-DE56-5791-2A8A8DB7D4A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49576" y="3568667"/>
            <a:ext cx="5994424" cy="10013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//Use vector instead of manual dynamic arrays.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//Auto-save/auto-load, timestamps, and more ticket states (cancelled/skipped).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63" name="Google Shape;663;p35">
            <a:extLst>
              <a:ext uri="{FF2B5EF4-FFF2-40B4-BE49-F238E27FC236}">
                <a16:creationId xmlns:a16="http://schemas.microsoft.com/office/drawing/2014/main" id="{B1E04A4C-4EB6-7429-0762-72A122BA2A7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51250" y="3168650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improvments</a:t>
            </a:r>
            <a:endParaRPr dirty="0"/>
          </a:p>
        </p:txBody>
      </p:sp>
      <p:sp>
        <p:nvSpPr>
          <p:cNvPr id="664" name="Google Shape;664;p35">
            <a:extLst>
              <a:ext uri="{FF2B5EF4-FFF2-40B4-BE49-F238E27FC236}">
                <a16:creationId xmlns:a16="http://schemas.microsoft.com/office/drawing/2014/main" id="{25A05DBA-E6EA-374A-2A01-71FD366F1F7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24724" y="1655449"/>
            <a:ext cx="6519276" cy="15392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//Working menu-based queue system in C++.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//Ticket struct, queue operations, served history, and file save/load.</a:t>
            </a:r>
          </a:p>
          <a:p>
            <a:pPr marL="0" indent="0">
              <a:spcAft>
                <a:spcPts val="600"/>
              </a:spcAft>
              <a:buSzPct val="100000"/>
            </a:pPr>
            <a:r>
              <a:rPr 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//Input validation prevents crashes from invalid menu input.</a:t>
            </a:r>
          </a:p>
        </p:txBody>
      </p:sp>
      <p:sp>
        <p:nvSpPr>
          <p:cNvPr id="665" name="Google Shape;665;p35">
            <a:extLst>
              <a:ext uri="{FF2B5EF4-FFF2-40B4-BE49-F238E27FC236}">
                <a16:creationId xmlns:a16="http://schemas.microsoft.com/office/drawing/2014/main" id="{2801995F-1567-2A30-D100-E19A2607D68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grpSp>
        <p:nvGrpSpPr>
          <p:cNvPr id="667" name="Google Shape;667;p35">
            <a:extLst>
              <a:ext uri="{FF2B5EF4-FFF2-40B4-BE49-F238E27FC236}">
                <a16:creationId xmlns:a16="http://schemas.microsoft.com/office/drawing/2014/main" id="{FD238C0F-A7EA-DC61-254D-6EE01D7C20B5}"/>
              </a:ext>
            </a:extLst>
          </p:cNvPr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3EC5F06B-985E-4D5A-FAAB-076EC4ED4C6A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69" name="Google Shape;669;p35">
              <a:extLst>
                <a:ext uri="{FF2B5EF4-FFF2-40B4-BE49-F238E27FC236}">
                  <a16:creationId xmlns:a16="http://schemas.microsoft.com/office/drawing/2014/main" id="{6FBA352B-F290-F3F3-5DB7-E88C02218D22}"/>
                </a:ext>
              </a:extLst>
            </p:cNvPr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0" name="Google Shape;670;p35">
            <a:extLst>
              <a:ext uri="{FF2B5EF4-FFF2-40B4-BE49-F238E27FC236}">
                <a16:creationId xmlns:a16="http://schemas.microsoft.com/office/drawing/2014/main" id="{2044EA99-6D00-8E52-B5C6-6B186DD117D2}"/>
              </a:ext>
            </a:extLst>
          </p:cNvPr>
          <p:cNvGrpSpPr/>
          <p:nvPr/>
        </p:nvGrpSpPr>
        <p:grpSpPr>
          <a:xfrm>
            <a:off x="1877950" y="1628855"/>
            <a:ext cx="365774" cy="320040"/>
            <a:chOff x="5618463" y="1291725"/>
            <a:chExt cx="515175" cy="452225"/>
          </a:xfrm>
        </p:grpSpPr>
        <p:sp>
          <p:nvSpPr>
            <p:cNvPr id="671" name="Google Shape;671;p35">
              <a:extLst>
                <a:ext uri="{FF2B5EF4-FFF2-40B4-BE49-F238E27FC236}">
                  <a16:creationId xmlns:a16="http://schemas.microsoft.com/office/drawing/2014/main" id="{558D53BE-CF56-19F1-E5C9-5DE319506F78}"/>
                </a:ext>
              </a:extLst>
            </p:cNvPr>
            <p:cNvSpPr/>
            <p:nvPr/>
          </p:nvSpPr>
          <p:spPr>
            <a:xfrm>
              <a:off x="5977188" y="1594800"/>
              <a:ext cx="146500" cy="140500"/>
            </a:xfrm>
            <a:custGeom>
              <a:avLst/>
              <a:gdLst/>
              <a:ahLst/>
              <a:cxnLst/>
              <a:rect l="l" t="t" r="r" b="b"/>
              <a:pathLst>
                <a:path w="5860" h="5620" extrusionOk="0">
                  <a:moveTo>
                    <a:pt x="1384" y="0"/>
                  </a:moveTo>
                  <a:lnTo>
                    <a:pt x="0" y="1403"/>
                  </a:lnTo>
                  <a:cubicBezTo>
                    <a:pt x="531" y="2010"/>
                    <a:pt x="1024" y="2636"/>
                    <a:pt x="1460" y="3319"/>
                  </a:cubicBezTo>
                  <a:lnTo>
                    <a:pt x="2522" y="4968"/>
                  </a:lnTo>
                  <a:cubicBezTo>
                    <a:pt x="2874" y="5401"/>
                    <a:pt x="3381" y="5620"/>
                    <a:pt x="3887" y="5620"/>
                  </a:cubicBezTo>
                  <a:cubicBezTo>
                    <a:pt x="4334" y="5620"/>
                    <a:pt x="4781" y="5448"/>
                    <a:pt x="5120" y="5101"/>
                  </a:cubicBezTo>
                  <a:cubicBezTo>
                    <a:pt x="5859" y="4361"/>
                    <a:pt x="5802" y="3148"/>
                    <a:pt x="5006" y="2484"/>
                  </a:cubicBezTo>
                  <a:lnTo>
                    <a:pt x="3262" y="1403"/>
                  </a:lnTo>
                  <a:cubicBezTo>
                    <a:pt x="2617" y="967"/>
                    <a:pt x="1991" y="512"/>
                    <a:pt x="13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>
              <a:extLst>
                <a:ext uri="{FF2B5EF4-FFF2-40B4-BE49-F238E27FC236}">
                  <a16:creationId xmlns:a16="http://schemas.microsoft.com/office/drawing/2014/main" id="{14D904F8-F92E-F17E-B498-CBBAD24FEC3A}"/>
                </a:ext>
              </a:extLst>
            </p:cNvPr>
            <p:cNvSpPr/>
            <p:nvPr/>
          </p:nvSpPr>
          <p:spPr>
            <a:xfrm>
              <a:off x="5937838" y="1555925"/>
              <a:ext cx="74450" cy="73500"/>
            </a:xfrm>
            <a:custGeom>
              <a:avLst/>
              <a:gdLst/>
              <a:ahLst/>
              <a:cxnLst/>
              <a:rect l="l" t="t" r="r" b="b"/>
              <a:pathLst>
                <a:path w="2978" h="2940" extrusionOk="0">
                  <a:moveTo>
                    <a:pt x="1271" y="0"/>
                  </a:moveTo>
                  <a:cubicBezTo>
                    <a:pt x="911" y="475"/>
                    <a:pt x="474" y="892"/>
                    <a:pt x="0" y="1252"/>
                  </a:cubicBezTo>
                  <a:cubicBezTo>
                    <a:pt x="493" y="1726"/>
                    <a:pt x="1043" y="2333"/>
                    <a:pt x="1574" y="2940"/>
                  </a:cubicBezTo>
                  <a:lnTo>
                    <a:pt x="2977" y="1555"/>
                  </a:lnTo>
                  <a:cubicBezTo>
                    <a:pt x="2352" y="1024"/>
                    <a:pt x="1745" y="475"/>
                    <a:pt x="127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>
              <a:extLst>
                <a:ext uri="{FF2B5EF4-FFF2-40B4-BE49-F238E27FC236}">
                  <a16:creationId xmlns:a16="http://schemas.microsoft.com/office/drawing/2014/main" id="{E647525F-212D-B2D8-1A69-FA77545069D2}"/>
                </a:ext>
              </a:extLst>
            </p:cNvPr>
            <p:cNvSpPr/>
            <p:nvPr/>
          </p:nvSpPr>
          <p:spPr>
            <a:xfrm>
              <a:off x="5630188" y="1300900"/>
              <a:ext cx="371675" cy="317875"/>
            </a:xfrm>
            <a:custGeom>
              <a:avLst/>
              <a:gdLst/>
              <a:ahLst/>
              <a:cxnLst/>
              <a:rect l="l" t="t" r="r" b="b"/>
              <a:pathLst>
                <a:path w="14867" h="12715" extrusionOk="0">
                  <a:moveTo>
                    <a:pt x="8530" y="0"/>
                  </a:moveTo>
                  <a:cubicBezTo>
                    <a:pt x="8518" y="0"/>
                    <a:pt x="8507" y="0"/>
                    <a:pt x="8495" y="0"/>
                  </a:cubicBezTo>
                  <a:cubicBezTo>
                    <a:pt x="2826" y="0"/>
                    <a:pt x="0" y="6845"/>
                    <a:pt x="4001" y="10846"/>
                  </a:cubicBezTo>
                  <a:cubicBezTo>
                    <a:pt x="5220" y="12065"/>
                    <a:pt x="6855" y="12714"/>
                    <a:pt x="8515" y="12714"/>
                  </a:cubicBezTo>
                  <a:cubicBezTo>
                    <a:pt x="9333" y="12714"/>
                    <a:pt x="10158" y="12556"/>
                    <a:pt x="10941" y="12230"/>
                  </a:cubicBezTo>
                  <a:cubicBezTo>
                    <a:pt x="13311" y="11244"/>
                    <a:pt x="14866" y="8931"/>
                    <a:pt x="14866" y="6352"/>
                  </a:cubicBezTo>
                  <a:cubicBezTo>
                    <a:pt x="14866" y="2856"/>
                    <a:pt x="12041" y="0"/>
                    <a:pt x="85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>
              <a:extLst>
                <a:ext uri="{FF2B5EF4-FFF2-40B4-BE49-F238E27FC236}">
                  <a16:creationId xmlns:a16="http://schemas.microsoft.com/office/drawing/2014/main" id="{46C22630-7B2A-1910-7D36-98435E861990}"/>
                </a:ext>
              </a:extLst>
            </p:cNvPr>
            <p:cNvSpPr/>
            <p:nvPr/>
          </p:nvSpPr>
          <p:spPr>
            <a:xfrm>
              <a:off x="5860088" y="1372000"/>
              <a:ext cx="53125" cy="158825"/>
            </a:xfrm>
            <a:custGeom>
              <a:avLst/>
              <a:gdLst/>
              <a:ahLst/>
              <a:cxnLst/>
              <a:rect l="l" t="t" r="r" b="b"/>
              <a:pathLst>
                <a:path w="2125" h="6353" extrusionOk="0">
                  <a:moveTo>
                    <a:pt x="1" y="0"/>
                  </a:moveTo>
                  <a:lnTo>
                    <a:pt x="1" y="6353"/>
                  </a:lnTo>
                  <a:lnTo>
                    <a:pt x="2124" y="6353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>
              <a:extLst>
                <a:ext uri="{FF2B5EF4-FFF2-40B4-BE49-F238E27FC236}">
                  <a16:creationId xmlns:a16="http://schemas.microsoft.com/office/drawing/2014/main" id="{28111F7B-9C08-C3BC-2331-3A0AE096B268}"/>
                </a:ext>
              </a:extLst>
            </p:cNvPr>
            <p:cNvSpPr/>
            <p:nvPr/>
          </p:nvSpPr>
          <p:spPr>
            <a:xfrm>
              <a:off x="5807463" y="1425100"/>
              <a:ext cx="52650" cy="105725"/>
            </a:xfrm>
            <a:custGeom>
              <a:avLst/>
              <a:gdLst/>
              <a:ahLst/>
              <a:cxnLst/>
              <a:rect l="l" t="t" r="r" b="b"/>
              <a:pathLst>
                <a:path w="2106" h="4229" extrusionOk="0">
                  <a:moveTo>
                    <a:pt x="1" y="0"/>
                  </a:moveTo>
                  <a:lnTo>
                    <a:pt x="1" y="4229"/>
                  </a:lnTo>
                  <a:lnTo>
                    <a:pt x="2106" y="4229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>
              <a:extLst>
                <a:ext uri="{FF2B5EF4-FFF2-40B4-BE49-F238E27FC236}">
                  <a16:creationId xmlns:a16="http://schemas.microsoft.com/office/drawing/2014/main" id="{00FF7549-3431-E750-59FD-F61F24752ECA}"/>
                </a:ext>
              </a:extLst>
            </p:cNvPr>
            <p:cNvSpPr/>
            <p:nvPr/>
          </p:nvSpPr>
          <p:spPr>
            <a:xfrm>
              <a:off x="5754388" y="1478175"/>
              <a:ext cx="53100" cy="52650"/>
            </a:xfrm>
            <a:custGeom>
              <a:avLst/>
              <a:gdLst/>
              <a:ahLst/>
              <a:cxnLst/>
              <a:rect l="l" t="t" r="r" b="b"/>
              <a:pathLst>
                <a:path w="2124" h="2106" extrusionOk="0">
                  <a:moveTo>
                    <a:pt x="0" y="1"/>
                  </a:moveTo>
                  <a:lnTo>
                    <a:pt x="0" y="2106"/>
                  </a:lnTo>
                  <a:lnTo>
                    <a:pt x="2124" y="2106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>
              <a:extLst>
                <a:ext uri="{FF2B5EF4-FFF2-40B4-BE49-F238E27FC236}">
                  <a16:creationId xmlns:a16="http://schemas.microsoft.com/office/drawing/2014/main" id="{F7451A23-0682-9651-AF20-5303F32A1787}"/>
                </a:ext>
              </a:extLst>
            </p:cNvPr>
            <p:cNvSpPr/>
            <p:nvPr/>
          </p:nvSpPr>
          <p:spPr>
            <a:xfrm>
              <a:off x="5720513" y="1326975"/>
              <a:ext cx="133925" cy="84575"/>
            </a:xfrm>
            <a:custGeom>
              <a:avLst/>
              <a:gdLst/>
              <a:ahLst/>
              <a:cxnLst/>
              <a:rect l="l" t="t" r="r" b="b"/>
              <a:pathLst>
                <a:path w="5357" h="3383" extrusionOk="0">
                  <a:moveTo>
                    <a:pt x="4882" y="0"/>
                  </a:moveTo>
                  <a:cubicBezTo>
                    <a:pt x="2891" y="0"/>
                    <a:pt x="1071" y="1119"/>
                    <a:pt x="161" y="2901"/>
                  </a:cubicBezTo>
                  <a:cubicBezTo>
                    <a:pt x="1" y="3128"/>
                    <a:pt x="299" y="3382"/>
                    <a:pt x="544" y="3382"/>
                  </a:cubicBezTo>
                  <a:cubicBezTo>
                    <a:pt x="647" y="3382"/>
                    <a:pt x="741" y="3336"/>
                    <a:pt x="786" y="3224"/>
                  </a:cubicBezTo>
                  <a:cubicBezTo>
                    <a:pt x="1556" y="1684"/>
                    <a:pt x="3126" y="720"/>
                    <a:pt x="4832" y="720"/>
                  </a:cubicBezTo>
                  <a:cubicBezTo>
                    <a:pt x="4849" y="720"/>
                    <a:pt x="4865" y="720"/>
                    <a:pt x="4882" y="721"/>
                  </a:cubicBezTo>
                  <a:cubicBezTo>
                    <a:pt x="5356" y="721"/>
                    <a:pt x="5356" y="0"/>
                    <a:pt x="4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>
              <a:extLst>
                <a:ext uri="{FF2B5EF4-FFF2-40B4-BE49-F238E27FC236}">
                  <a16:creationId xmlns:a16="http://schemas.microsoft.com/office/drawing/2014/main" id="{3E81F49E-60E5-E70F-0353-4415B5CCE3E7}"/>
                </a:ext>
              </a:extLst>
            </p:cNvPr>
            <p:cNvSpPr/>
            <p:nvPr/>
          </p:nvSpPr>
          <p:spPr>
            <a:xfrm>
              <a:off x="5710288" y="1426975"/>
              <a:ext cx="15675" cy="13450"/>
            </a:xfrm>
            <a:custGeom>
              <a:avLst/>
              <a:gdLst/>
              <a:ahLst/>
              <a:cxnLst/>
              <a:rect l="l" t="t" r="r" b="b"/>
              <a:pathLst>
                <a:path w="627" h="538" extrusionOk="0">
                  <a:moveTo>
                    <a:pt x="361" y="1"/>
                  </a:moveTo>
                  <a:cubicBezTo>
                    <a:pt x="115" y="1"/>
                    <a:pt x="1" y="285"/>
                    <a:pt x="171" y="456"/>
                  </a:cubicBezTo>
                  <a:cubicBezTo>
                    <a:pt x="221" y="512"/>
                    <a:pt x="288" y="538"/>
                    <a:pt x="354" y="538"/>
                  </a:cubicBezTo>
                  <a:cubicBezTo>
                    <a:pt x="490" y="538"/>
                    <a:pt x="627" y="432"/>
                    <a:pt x="627" y="266"/>
                  </a:cubicBezTo>
                  <a:cubicBezTo>
                    <a:pt x="608" y="115"/>
                    <a:pt x="494" y="1"/>
                    <a:pt x="3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>
              <a:extLst>
                <a:ext uri="{FF2B5EF4-FFF2-40B4-BE49-F238E27FC236}">
                  <a16:creationId xmlns:a16="http://schemas.microsoft.com/office/drawing/2014/main" id="{22584994-6AE4-6D93-8A0B-A44EEF52E30B}"/>
                </a:ext>
              </a:extLst>
            </p:cNvPr>
            <p:cNvSpPr/>
            <p:nvPr/>
          </p:nvSpPr>
          <p:spPr>
            <a:xfrm>
              <a:off x="5618463" y="1291725"/>
              <a:ext cx="515175" cy="452225"/>
            </a:xfrm>
            <a:custGeom>
              <a:avLst/>
              <a:gdLst/>
              <a:ahLst/>
              <a:cxnLst/>
              <a:rect l="l" t="t" r="r" b="b"/>
              <a:pathLst>
                <a:path w="20607" h="18089" extrusionOk="0">
                  <a:moveTo>
                    <a:pt x="8963" y="714"/>
                  </a:moveTo>
                  <a:cubicBezTo>
                    <a:pt x="11160" y="714"/>
                    <a:pt x="13248" y="1913"/>
                    <a:pt x="14311" y="3951"/>
                  </a:cubicBezTo>
                  <a:cubicBezTo>
                    <a:pt x="15676" y="6568"/>
                    <a:pt x="14937" y="9772"/>
                    <a:pt x="12567" y="11536"/>
                  </a:cubicBezTo>
                  <a:cubicBezTo>
                    <a:pt x="11524" y="12313"/>
                    <a:pt x="10272" y="12730"/>
                    <a:pt x="8983" y="12730"/>
                  </a:cubicBezTo>
                  <a:cubicBezTo>
                    <a:pt x="6044" y="12730"/>
                    <a:pt x="3522" y="10587"/>
                    <a:pt x="3048" y="7667"/>
                  </a:cubicBezTo>
                  <a:cubicBezTo>
                    <a:pt x="2593" y="4766"/>
                    <a:pt x="4300" y="1941"/>
                    <a:pt x="7087" y="1012"/>
                  </a:cubicBezTo>
                  <a:cubicBezTo>
                    <a:pt x="7707" y="811"/>
                    <a:pt x="8340" y="714"/>
                    <a:pt x="8963" y="714"/>
                  </a:cubicBezTo>
                  <a:close/>
                  <a:moveTo>
                    <a:pt x="14065" y="11080"/>
                  </a:moveTo>
                  <a:cubicBezTo>
                    <a:pt x="14425" y="11422"/>
                    <a:pt x="14823" y="11782"/>
                    <a:pt x="15221" y="12123"/>
                  </a:cubicBezTo>
                  <a:lnTo>
                    <a:pt x="14368" y="12996"/>
                  </a:lnTo>
                  <a:cubicBezTo>
                    <a:pt x="14027" y="12597"/>
                    <a:pt x="13667" y="12199"/>
                    <a:pt x="13306" y="11839"/>
                  </a:cubicBezTo>
                  <a:cubicBezTo>
                    <a:pt x="13572" y="11611"/>
                    <a:pt x="13837" y="11346"/>
                    <a:pt x="14065" y="11080"/>
                  </a:cubicBezTo>
                  <a:close/>
                  <a:moveTo>
                    <a:pt x="15771" y="12578"/>
                  </a:moveTo>
                  <a:cubicBezTo>
                    <a:pt x="16302" y="13015"/>
                    <a:pt x="16852" y="13413"/>
                    <a:pt x="17440" y="13792"/>
                  </a:cubicBezTo>
                  <a:lnTo>
                    <a:pt x="19146" y="14892"/>
                  </a:lnTo>
                  <a:cubicBezTo>
                    <a:pt x="19696" y="15385"/>
                    <a:pt x="19772" y="16219"/>
                    <a:pt x="19336" y="16826"/>
                  </a:cubicBezTo>
                  <a:cubicBezTo>
                    <a:pt x="19051" y="17179"/>
                    <a:pt x="18630" y="17360"/>
                    <a:pt x="18207" y="17360"/>
                  </a:cubicBezTo>
                  <a:cubicBezTo>
                    <a:pt x="17814" y="17360"/>
                    <a:pt x="17420" y="17203"/>
                    <a:pt x="17137" y="16883"/>
                  </a:cubicBezTo>
                  <a:lnTo>
                    <a:pt x="16094" y="15233"/>
                  </a:lnTo>
                  <a:cubicBezTo>
                    <a:pt x="15714" y="14645"/>
                    <a:pt x="15278" y="14076"/>
                    <a:pt x="14823" y="13526"/>
                  </a:cubicBezTo>
                  <a:lnTo>
                    <a:pt x="15771" y="12578"/>
                  </a:lnTo>
                  <a:close/>
                  <a:moveTo>
                    <a:pt x="8922" y="0"/>
                  </a:moveTo>
                  <a:cubicBezTo>
                    <a:pt x="7272" y="0"/>
                    <a:pt x="5590" y="612"/>
                    <a:pt x="4224" y="1979"/>
                  </a:cubicBezTo>
                  <a:cubicBezTo>
                    <a:pt x="1" y="6202"/>
                    <a:pt x="2983" y="13432"/>
                    <a:pt x="8960" y="13432"/>
                  </a:cubicBezTo>
                  <a:cubicBezTo>
                    <a:pt x="8967" y="13432"/>
                    <a:pt x="8975" y="13432"/>
                    <a:pt x="8983" y="13432"/>
                  </a:cubicBezTo>
                  <a:cubicBezTo>
                    <a:pt x="9012" y="13432"/>
                    <a:pt x="9042" y="13432"/>
                    <a:pt x="9071" y="13432"/>
                  </a:cubicBezTo>
                  <a:cubicBezTo>
                    <a:pt x="10386" y="13432"/>
                    <a:pt x="11662" y="13017"/>
                    <a:pt x="12737" y="12294"/>
                  </a:cubicBezTo>
                  <a:cubicBezTo>
                    <a:pt x="13761" y="13318"/>
                    <a:pt x="14690" y="14437"/>
                    <a:pt x="15506" y="15631"/>
                  </a:cubicBezTo>
                  <a:lnTo>
                    <a:pt x="16568" y="17300"/>
                  </a:lnTo>
                  <a:cubicBezTo>
                    <a:pt x="16587" y="17300"/>
                    <a:pt x="16587" y="17319"/>
                    <a:pt x="16606" y="17338"/>
                  </a:cubicBezTo>
                  <a:cubicBezTo>
                    <a:pt x="17025" y="17836"/>
                    <a:pt x="17622" y="18089"/>
                    <a:pt x="18221" y="18089"/>
                  </a:cubicBezTo>
                  <a:cubicBezTo>
                    <a:pt x="18761" y="18089"/>
                    <a:pt x="19302" y="17884"/>
                    <a:pt x="19715" y="17470"/>
                  </a:cubicBezTo>
                  <a:cubicBezTo>
                    <a:pt x="20606" y="16579"/>
                    <a:pt x="20531" y="15138"/>
                    <a:pt x="19583" y="14342"/>
                  </a:cubicBezTo>
                  <a:lnTo>
                    <a:pt x="19545" y="14323"/>
                  </a:lnTo>
                  <a:lnTo>
                    <a:pt x="17800" y="13204"/>
                  </a:lnTo>
                  <a:cubicBezTo>
                    <a:pt x="16625" y="12408"/>
                    <a:pt x="15525" y="11517"/>
                    <a:pt x="14501" y="10531"/>
                  </a:cubicBezTo>
                  <a:cubicBezTo>
                    <a:pt x="15278" y="9412"/>
                    <a:pt x="15695" y="8085"/>
                    <a:pt x="15695" y="6738"/>
                  </a:cubicBezTo>
                  <a:cubicBezTo>
                    <a:pt x="15695" y="2683"/>
                    <a:pt x="12378" y="0"/>
                    <a:pt x="89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>
              <a:extLst>
                <a:ext uri="{FF2B5EF4-FFF2-40B4-BE49-F238E27FC236}">
                  <a16:creationId xmlns:a16="http://schemas.microsoft.com/office/drawing/2014/main" id="{53E54384-E616-F919-7B83-62F8590BA21A}"/>
                </a:ext>
              </a:extLst>
            </p:cNvPr>
            <p:cNvSpPr/>
            <p:nvPr/>
          </p:nvSpPr>
          <p:spPr>
            <a:xfrm>
              <a:off x="5724988" y="1363475"/>
              <a:ext cx="217600" cy="176350"/>
            </a:xfrm>
            <a:custGeom>
              <a:avLst/>
              <a:gdLst/>
              <a:ahLst/>
              <a:cxnLst/>
              <a:rect l="l" t="t" r="r" b="b"/>
              <a:pathLst>
                <a:path w="8704" h="7054" extrusionOk="0">
                  <a:moveTo>
                    <a:pt x="2940" y="4949"/>
                  </a:moveTo>
                  <a:lnTo>
                    <a:pt x="2940" y="6352"/>
                  </a:lnTo>
                  <a:lnTo>
                    <a:pt x="1518" y="6352"/>
                  </a:lnTo>
                  <a:lnTo>
                    <a:pt x="1518" y="4949"/>
                  </a:lnTo>
                  <a:close/>
                  <a:moveTo>
                    <a:pt x="5063" y="2825"/>
                  </a:moveTo>
                  <a:lnTo>
                    <a:pt x="5063" y="6352"/>
                  </a:lnTo>
                  <a:lnTo>
                    <a:pt x="3641" y="6352"/>
                  </a:lnTo>
                  <a:lnTo>
                    <a:pt x="3641" y="2825"/>
                  </a:lnTo>
                  <a:close/>
                  <a:moveTo>
                    <a:pt x="7187" y="702"/>
                  </a:moveTo>
                  <a:lnTo>
                    <a:pt x="7187" y="6352"/>
                  </a:lnTo>
                  <a:lnTo>
                    <a:pt x="5765" y="6352"/>
                  </a:lnTo>
                  <a:lnTo>
                    <a:pt x="5765" y="702"/>
                  </a:lnTo>
                  <a:close/>
                  <a:moveTo>
                    <a:pt x="5405" y="0"/>
                  </a:moveTo>
                  <a:cubicBezTo>
                    <a:pt x="5215" y="0"/>
                    <a:pt x="5063" y="152"/>
                    <a:pt x="5063" y="341"/>
                  </a:cubicBezTo>
                  <a:lnTo>
                    <a:pt x="5063" y="2105"/>
                  </a:lnTo>
                  <a:lnTo>
                    <a:pt x="3300" y="2105"/>
                  </a:lnTo>
                  <a:cubicBezTo>
                    <a:pt x="3091" y="2105"/>
                    <a:pt x="2940" y="2276"/>
                    <a:pt x="2940" y="2465"/>
                  </a:cubicBezTo>
                  <a:lnTo>
                    <a:pt x="2940" y="4229"/>
                  </a:lnTo>
                  <a:lnTo>
                    <a:pt x="1176" y="4229"/>
                  </a:lnTo>
                  <a:cubicBezTo>
                    <a:pt x="987" y="4229"/>
                    <a:pt x="816" y="4380"/>
                    <a:pt x="816" y="4589"/>
                  </a:cubicBezTo>
                  <a:lnTo>
                    <a:pt x="816" y="6352"/>
                  </a:lnTo>
                  <a:lnTo>
                    <a:pt x="475" y="6352"/>
                  </a:lnTo>
                  <a:cubicBezTo>
                    <a:pt x="1" y="6352"/>
                    <a:pt x="1" y="7054"/>
                    <a:pt x="475" y="7054"/>
                  </a:cubicBezTo>
                  <a:lnTo>
                    <a:pt x="8230" y="7054"/>
                  </a:lnTo>
                  <a:cubicBezTo>
                    <a:pt x="8704" y="7054"/>
                    <a:pt x="8704" y="6352"/>
                    <a:pt x="8230" y="6352"/>
                  </a:cubicBezTo>
                  <a:lnTo>
                    <a:pt x="7889" y="6352"/>
                  </a:lnTo>
                  <a:lnTo>
                    <a:pt x="7889" y="341"/>
                  </a:lnTo>
                  <a:cubicBezTo>
                    <a:pt x="7889" y="152"/>
                    <a:pt x="7718" y="0"/>
                    <a:pt x="7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35">
            <a:extLst>
              <a:ext uri="{FF2B5EF4-FFF2-40B4-BE49-F238E27FC236}">
                <a16:creationId xmlns:a16="http://schemas.microsoft.com/office/drawing/2014/main" id="{B79DA2E1-3262-BBDA-16A5-D110D8EAA8D7}"/>
              </a:ext>
            </a:extLst>
          </p:cNvPr>
          <p:cNvGrpSpPr/>
          <p:nvPr/>
        </p:nvGrpSpPr>
        <p:grpSpPr>
          <a:xfrm>
            <a:off x="2315650" y="3532848"/>
            <a:ext cx="365778" cy="297855"/>
            <a:chOff x="5899913" y="4248925"/>
            <a:chExt cx="639025" cy="524300"/>
          </a:xfrm>
        </p:grpSpPr>
        <p:sp>
          <p:nvSpPr>
            <p:cNvPr id="682" name="Google Shape;682;p35">
              <a:extLst>
                <a:ext uri="{FF2B5EF4-FFF2-40B4-BE49-F238E27FC236}">
                  <a16:creationId xmlns:a16="http://schemas.microsoft.com/office/drawing/2014/main" id="{5FA0C9E5-C608-7693-9289-1C586CA1257A}"/>
                </a:ext>
              </a:extLst>
            </p:cNvPr>
            <p:cNvSpPr/>
            <p:nvPr/>
          </p:nvSpPr>
          <p:spPr>
            <a:xfrm>
              <a:off x="5937363" y="4261725"/>
              <a:ext cx="564600" cy="399175"/>
            </a:xfrm>
            <a:custGeom>
              <a:avLst/>
              <a:gdLst/>
              <a:ahLst/>
              <a:cxnLst/>
              <a:rect l="l" t="t" r="r" b="b"/>
              <a:pathLst>
                <a:path w="22584" h="15967" extrusionOk="0">
                  <a:moveTo>
                    <a:pt x="1005" y="1"/>
                  </a:moveTo>
                  <a:cubicBezTo>
                    <a:pt x="455" y="1"/>
                    <a:pt x="0" y="437"/>
                    <a:pt x="19" y="986"/>
                  </a:cubicBezTo>
                  <a:lnTo>
                    <a:pt x="19" y="15966"/>
                  </a:lnTo>
                  <a:lnTo>
                    <a:pt x="22584" y="15966"/>
                  </a:lnTo>
                  <a:lnTo>
                    <a:pt x="22584" y="986"/>
                  </a:lnTo>
                  <a:cubicBezTo>
                    <a:pt x="22584" y="437"/>
                    <a:pt x="22128" y="1"/>
                    <a:pt x="215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>
              <a:extLst>
                <a:ext uri="{FF2B5EF4-FFF2-40B4-BE49-F238E27FC236}">
                  <a16:creationId xmlns:a16="http://schemas.microsoft.com/office/drawing/2014/main" id="{BD364B19-4C17-51A8-B35A-B91C400B109F}"/>
                </a:ext>
              </a:extLst>
            </p:cNvPr>
            <p:cNvSpPr/>
            <p:nvPr/>
          </p:nvSpPr>
          <p:spPr>
            <a:xfrm>
              <a:off x="6070088" y="44987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498"/>
                  </a:lnTo>
                  <a:lnTo>
                    <a:pt x="5992" y="4494"/>
                  </a:lnTo>
                  <a:lnTo>
                    <a:pt x="11965" y="1498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>
              <a:extLst>
                <a:ext uri="{FF2B5EF4-FFF2-40B4-BE49-F238E27FC236}">
                  <a16:creationId xmlns:a16="http://schemas.microsoft.com/office/drawing/2014/main" id="{1C819198-862F-F05B-6804-C490785179E5}"/>
                </a:ext>
              </a:extLst>
            </p:cNvPr>
            <p:cNvSpPr/>
            <p:nvPr/>
          </p:nvSpPr>
          <p:spPr>
            <a:xfrm>
              <a:off x="6070088" y="4423850"/>
              <a:ext cx="299150" cy="112375"/>
            </a:xfrm>
            <a:custGeom>
              <a:avLst/>
              <a:gdLst/>
              <a:ahLst/>
              <a:cxnLst/>
              <a:rect l="l" t="t" r="r" b="b"/>
              <a:pathLst>
                <a:path w="11966" h="4495" extrusionOk="0">
                  <a:moveTo>
                    <a:pt x="2997" y="0"/>
                  </a:moveTo>
                  <a:lnTo>
                    <a:pt x="1" y="1517"/>
                  </a:lnTo>
                  <a:lnTo>
                    <a:pt x="5992" y="4494"/>
                  </a:lnTo>
                  <a:lnTo>
                    <a:pt x="11965" y="1517"/>
                  </a:lnTo>
                  <a:lnTo>
                    <a:pt x="8988" y="0"/>
                  </a:lnTo>
                  <a:close/>
                </a:path>
              </a:pathLst>
            </a:custGeom>
            <a:solidFill>
              <a:srgbClr val="DBA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>
              <a:extLst>
                <a:ext uri="{FF2B5EF4-FFF2-40B4-BE49-F238E27FC236}">
                  <a16:creationId xmlns:a16="http://schemas.microsoft.com/office/drawing/2014/main" id="{CE6A5C71-6BE4-97FE-3191-696AD2A9A43F}"/>
                </a:ext>
              </a:extLst>
            </p:cNvPr>
            <p:cNvSpPr/>
            <p:nvPr/>
          </p:nvSpPr>
          <p:spPr>
            <a:xfrm>
              <a:off x="6070088" y="4311975"/>
              <a:ext cx="299150" cy="149825"/>
            </a:xfrm>
            <a:custGeom>
              <a:avLst/>
              <a:gdLst/>
              <a:ahLst/>
              <a:cxnLst/>
              <a:rect l="l" t="t" r="r" b="b"/>
              <a:pathLst>
                <a:path w="11966" h="5993" extrusionOk="0">
                  <a:moveTo>
                    <a:pt x="5992" y="0"/>
                  </a:moveTo>
                  <a:lnTo>
                    <a:pt x="1" y="2996"/>
                  </a:lnTo>
                  <a:lnTo>
                    <a:pt x="5992" y="5992"/>
                  </a:lnTo>
                  <a:lnTo>
                    <a:pt x="11965" y="2977"/>
                  </a:lnTo>
                  <a:lnTo>
                    <a:pt x="59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>
              <a:extLst>
                <a:ext uri="{FF2B5EF4-FFF2-40B4-BE49-F238E27FC236}">
                  <a16:creationId xmlns:a16="http://schemas.microsoft.com/office/drawing/2014/main" id="{DE11FDCC-A7C6-87F9-B9D7-820361903397}"/>
                </a:ext>
              </a:extLst>
            </p:cNvPr>
            <p:cNvSpPr/>
            <p:nvPr/>
          </p:nvSpPr>
          <p:spPr>
            <a:xfrm>
              <a:off x="5912713" y="4660875"/>
              <a:ext cx="613900" cy="100025"/>
            </a:xfrm>
            <a:custGeom>
              <a:avLst/>
              <a:gdLst/>
              <a:ahLst/>
              <a:cxnLst/>
              <a:rect l="l" t="t" r="r" b="b"/>
              <a:pathLst>
                <a:path w="24556" h="4001" extrusionOk="0">
                  <a:moveTo>
                    <a:pt x="0" y="0"/>
                  </a:moveTo>
                  <a:lnTo>
                    <a:pt x="0" y="1005"/>
                  </a:lnTo>
                  <a:cubicBezTo>
                    <a:pt x="0" y="2655"/>
                    <a:pt x="1347" y="4001"/>
                    <a:pt x="2996" y="4001"/>
                  </a:cubicBezTo>
                  <a:lnTo>
                    <a:pt x="21560" y="4001"/>
                  </a:lnTo>
                  <a:cubicBezTo>
                    <a:pt x="23209" y="4001"/>
                    <a:pt x="24556" y="2655"/>
                    <a:pt x="24556" y="1005"/>
                  </a:cubicBezTo>
                  <a:lnTo>
                    <a:pt x="24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>
              <a:extLst>
                <a:ext uri="{FF2B5EF4-FFF2-40B4-BE49-F238E27FC236}">
                  <a16:creationId xmlns:a16="http://schemas.microsoft.com/office/drawing/2014/main" id="{BE9581B5-BAF9-F939-8EBA-A423C869BF44}"/>
                </a:ext>
              </a:extLst>
            </p:cNvPr>
            <p:cNvSpPr/>
            <p:nvPr/>
          </p:nvSpPr>
          <p:spPr>
            <a:xfrm>
              <a:off x="6157313" y="4698300"/>
              <a:ext cx="29425" cy="25150"/>
            </a:xfrm>
            <a:custGeom>
              <a:avLst/>
              <a:gdLst/>
              <a:ahLst/>
              <a:cxnLst/>
              <a:rect l="l" t="t" r="r" b="b"/>
              <a:pathLst>
                <a:path w="1177" h="1006" extrusionOk="0">
                  <a:moveTo>
                    <a:pt x="498" y="1"/>
                  </a:moveTo>
                  <a:cubicBezTo>
                    <a:pt x="242" y="1"/>
                    <a:pt x="1" y="200"/>
                    <a:pt x="1" y="494"/>
                  </a:cubicBezTo>
                  <a:cubicBezTo>
                    <a:pt x="1" y="778"/>
                    <a:pt x="228" y="1006"/>
                    <a:pt x="494" y="1006"/>
                  </a:cubicBezTo>
                  <a:cubicBezTo>
                    <a:pt x="949" y="1006"/>
                    <a:pt x="1176" y="456"/>
                    <a:pt x="854" y="153"/>
                  </a:cubicBezTo>
                  <a:cubicBezTo>
                    <a:pt x="749" y="48"/>
                    <a:pt x="621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>
              <a:extLst>
                <a:ext uri="{FF2B5EF4-FFF2-40B4-BE49-F238E27FC236}">
                  <a16:creationId xmlns:a16="http://schemas.microsoft.com/office/drawing/2014/main" id="{CB762578-366E-FF87-4021-295A2B4F339E}"/>
                </a:ext>
              </a:extLst>
            </p:cNvPr>
            <p:cNvSpPr/>
            <p:nvPr/>
          </p:nvSpPr>
          <p:spPr>
            <a:xfrm>
              <a:off x="5899913" y="4248925"/>
              <a:ext cx="639025" cy="524300"/>
            </a:xfrm>
            <a:custGeom>
              <a:avLst/>
              <a:gdLst/>
              <a:ahLst/>
              <a:cxnLst/>
              <a:rect l="l" t="t" r="r" b="b"/>
              <a:pathLst>
                <a:path w="25561" h="20972" extrusionOk="0">
                  <a:moveTo>
                    <a:pt x="23077" y="1006"/>
                  </a:moveTo>
                  <a:cubicBezTo>
                    <a:pt x="23342" y="1006"/>
                    <a:pt x="23570" y="1233"/>
                    <a:pt x="23570" y="1498"/>
                  </a:cubicBezTo>
                  <a:lnTo>
                    <a:pt x="23570" y="15985"/>
                  </a:lnTo>
                  <a:lnTo>
                    <a:pt x="2010" y="15985"/>
                  </a:lnTo>
                  <a:lnTo>
                    <a:pt x="2010" y="1498"/>
                  </a:lnTo>
                  <a:cubicBezTo>
                    <a:pt x="2010" y="1233"/>
                    <a:pt x="2238" y="1006"/>
                    <a:pt x="2503" y="1006"/>
                  </a:cubicBezTo>
                  <a:close/>
                  <a:moveTo>
                    <a:pt x="24575" y="16971"/>
                  </a:moveTo>
                  <a:lnTo>
                    <a:pt x="24575" y="17483"/>
                  </a:lnTo>
                  <a:cubicBezTo>
                    <a:pt x="24575" y="18848"/>
                    <a:pt x="23456" y="19967"/>
                    <a:pt x="22072" y="19967"/>
                  </a:cubicBezTo>
                  <a:lnTo>
                    <a:pt x="3508" y="19967"/>
                  </a:lnTo>
                  <a:cubicBezTo>
                    <a:pt x="2124" y="19967"/>
                    <a:pt x="1005" y="18848"/>
                    <a:pt x="1005" y="17483"/>
                  </a:cubicBezTo>
                  <a:lnTo>
                    <a:pt x="1005" y="16971"/>
                  </a:lnTo>
                  <a:close/>
                  <a:moveTo>
                    <a:pt x="2503" y="1"/>
                  </a:moveTo>
                  <a:cubicBezTo>
                    <a:pt x="1688" y="1"/>
                    <a:pt x="1005" y="683"/>
                    <a:pt x="1005" y="1498"/>
                  </a:cubicBezTo>
                  <a:lnTo>
                    <a:pt x="1005" y="15985"/>
                  </a:lnTo>
                  <a:lnTo>
                    <a:pt x="512" y="15985"/>
                  </a:lnTo>
                  <a:cubicBezTo>
                    <a:pt x="228" y="15985"/>
                    <a:pt x="0" y="16194"/>
                    <a:pt x="0" y="16478"/>
                  </a:cubicBezTo>
                  <a:lnTo>
                    <a:pt x="0" y="17483"/>
                  </a:lnTo>
                  <a:cubicBezTo>
                    <a:pt x="19" y="19398"/>
                    <a:pt x="1574" y="20972"/>
                    <a:pt x="3508" y="20972"/>
                  </a:cubicBezTo>
                  <a:lnTo>
                    <a:pt x="22072" y="20972"/>
                  </a:lnTo>
                  <a:cubicBezTo>
                    <a:pt x="24006" y="20972"/>
                    <a:pt x="25561" y="19417"/>
                    <a:pt x="25561" y="17483"/>
                  </a:cubicBezTo>
                  <a:lnTo>
                    <a:pt x="25561" y="16478"/>
                  </a:lnTo>
                  <a:cubicBezTo>
                    <a:pt x="25561" y="16194"/>
                    <a:pt x="25352" y="15985"/>
                    <a:pt x="25068" y="15985"/>
                  </a:cubicBezTo>
                  <a:lnTo>
                    <a:pt x="24575" y="15985"/>
                  </a:lnTo>
                  <a:lnTo>
                    <a:pt x="24575" y="1498"/>
                  </a:lnTo>
                  <a:cubicBezTo>
                    <a:pt x="24575" y="683"/>
                    <a:pt x="23892" y="1"/>
                    <a:pt x="230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>
              <a:extLst>
                <a:ext uri="{FF2B5EF4-FFF2-40B4-BE49-F238E27FC236}">
                  <a16:creationId xmlns:a16="http://schemas.microsoft.com/office/drawing/2014/main" id="{3DA442DF-E251-E384-8FB7-34CC37F20E5C}"/>
                </a:ext>
              </a:extLst>
            </p:cNvPr>
            <p:cNvSpPr/>
            <p:nvPr/>
          </p:nvSpPr>
          <p:spPr>
            <a:xfrm>
              <a:off x="6202813" y="4698325"/>
              <a:ext cx="83475" cy="25125"/>
            </a:xfrm>
            <a:custGeom>
              <a:avLst/>
              <a:gdLst/>
              <a:ahLst/>
              <a:cxnLst/>
              <a:rect l="l" t="t" r="r" b="b"/>
              <a:pathLst>
                <a:path w="3339" h="1005" extrusionOk="0">
                  <a:moveTo>
                    <a:pt x="683" y="0"/>
                  </a:moveTo>
                  <a:cubicBezTo>
                    <a:pt x="1" y="0"/>
                    <a:pt x="1" y="1005"/>
                    <a:pt x="683" y="1005"/>
                  </a:cubicBezTo>
                  <a:lnTo>
                    <a:pt x="2674" y="1005"/>
                  </a:lnTo>
                  <a:cubicBezTo>
                    <a:pt x="3338" y="1005"/>
                    <a:pt x="3338" y="0"/>
                    <a:pt x="26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>
              <a:extLst>
                <a:ext uri="{FF2B5EF4-FFF2-40B4-BE49-F238E27FC236}">
                  <a16:creationId xmlns:a16="http://schemas.microsoft.com/office/drawing/2014/main" id="{A092725F-C184-EF30-EF62-774253B2C2AF}"/>
                </a:ext>
              </a:extLst>
            </p:cNvPr>
            <p:cNvSpPr/>
            <p:nvPr/>
          </p:nvSpPr>
          <p:spPr>
            <a:xfrm>
              <a:off x="6054913" y="4299050"/>
              <a:ext cx="329500" cy="324400"/>
            </a:xfrm>
            <a:custGeom>
              <a:avLst/>
              <a:gdLst/>
              <a:ahLst/>
              <a:cxnLst/>
              <a:rect l="l" t="t" r="r" b="b"/>
              <a:pathLst>
                <a:path w="13180" h="12976" extrusionOk="0">
                  <a:moveTo>
                    <a:pt x="6599" y="1048"/>
                  </a:moveTo>
                  <a:lnTo>
                    <a:pt x="11454" y="3494"/>
                  </a:lnTo>
                  <a:lnTo>
                    <a:pt x="6599" y="5921"/>
                  </a:lnTo>
                  <a:lnTo>
                    <a:pt x="1707" y="3494"/>
                  </a:lnTo>
                  <a:lnTo>
                    <a:pt x="6599" y="1048"/>
                  </a:lnTo>
                  <a:close/>
                  <a:moveTo>
                    <a:pt x="9595" y="5561"/>
                  </a:moveTo>
                  <a:lnTo>
                    <a:pt x="11454" y="6490"/>
                  </a:lnTo>
                  <a:lnTo>
                    <a:pt x="6599" y="8917"/>
                  </a:lnTo>
                  <a:lnTo>
                    <a:pt x="1707" y="6509"/>
                  </a:lnTo>
                  <a:lnTo>
                    <a:pt x="3604" y="5561"/>
                  </a:lnTo>
                  <a:lnTo>
                    <a:pt x="6372" y="6945"/>
                  </a:lnTo>
                  <a:cubicBezTo>
                    <a:pt x="6429" y="6964"/>
                    <a:pt x="6505" y="6983"/>
                    <a:pt x="6599" y="6983"/>
                  </a:cubicBezTo>
                  <a:cubicBezTo>
                    <a:pt x="6675" y="6983"/>
                    <a:pt x="6751" y="6964"/>
                    <a:pt x="6808" y="6945"/>
                  </a:cubicBezTo>
                  <a:lnTo>
                    <a:pt x="9595" y="5561"/>
                  </a:lnTo>
                  <a:close/>
                  <a:moveTo>
                    <a:pt x="9595" y="8538"/>
                  </a:moveTo>
                  <a:lnTo>
                    <a:pt x="11454" y="9486"/>
                  </a:lnTo>
                  <a:lnTo>
                    <a:pt x="6599" y="11913"/>
                  </a:lnTo>
                  <a:lnTo>
                    <a:pt x="1707" y="9486"/>
                  </a:lnTo>
                  <a:lnTo>
                    <a:pt x="3585" y="8538"/>
                  </a:lnTo>
                  <a:lnTo>
                    <a:pt x="6372" y="9922"/>
                  </a:lnTo>
                  <a:cubicBezTo>
                    <a:pt x="6429" y="9960"/>
                    <a:pt x="6505" y="9979"/>
                    <a:pt x="6599" y="9979"/>
                  </a:cubicBezTo>
                  <a:cubicBezTo>
                    <a:pt x="6675" y="9979"/>
                    <a:pt x="6751" y="9960"/>
                    <a:pt x="6808" y="9922"/>
                  </a:cubicBezTo>
                  <a:lnTo>
                    <a:pt x="9595" y="8538"/>
                  </a:lnTo>
                  <a:close/>
                  <a:moveTo>
                    <a:pt x="6590" y="1"/>
                  </a:moveTo>
                  <a:cubicBezTo>
                    <a:pt x="6514" y="1"/>
                    <a:pt x="6438" y="15"/>
                    <a:pt x="6372" y="43"/>
                  </a:cubicBezTo>
                  <a:lnTo>
                    <a:pt x="380" y="3039"/>
                  </a:lnTo>
                  <a:cubicBezTo>
                    <a:pt x="209" y="3134"/>
                    <a:pt x="96" y="3305"/>
                    <a:pt x="96" y="3494"/>
                  </a:cubicBezTo>
                  <a:cubicBezTo>
                    <a:pt x="96" y="3684"/>
                    <a:pt x="209" y="3855"/>
                    <a:pt x="380" y="3930"/>
                  </a:cubicBezTo>
                  <a:lnTo>
                    <a:pt x="2485" y="4992"/>
                  </a:lnTo>
                  <a:lnTo>
                    <a:pt x="380" y="6035"/>
                  </a:lnTo>
                  <a:cubicBezTo>
                    <a:pt x="1" y="6225"/>
                    <a:pt x="1" y="6756"/>
                    <a:pt x="380" y="6926"/>
                  </a:cubicBezTo>
                  <a:lnTo>
                    <a:pt x="2485" y="7988"/>
                  </a:lnTo>
                  <a:lnTo>
                    <a:pt x="380" y="9031"/>
                  </a:lnTo>
                  <a:cubicBezTo>
                    <a:pt x="1" y="9221"/>
                    <a:pt x="1" y="9752"/>
                    <a:pt x="380" y="9922"/>
                  </a:cubicBezTo>
                  <a:lnTo>
                    <a:pt x="6372" y="12918"/>
                  </a:lnTo>
                  <a:cubicBezTo>
                    <a:pt x="6448" y="12956"/>
                    <a:pt x="6524" y="12975"/>
                    <a:pt x="6599" y="12975"/>
                  </a:cubicBezTo>
                  <a:cubicBezTo>
                    <a:pt x="6675" y="12975"/>
                    <a:pt x="6751" y="12956"/>
                    <a:pt x="6827" y="12918"/>
                  </a:cubicBezTo>
                  <a:lnTo>
                    <a:pt x="12800" y="9922"/>
                  </a:lnTo>
                  <a:cubicBezTo>
                    <a:pt x="13179" y="9752"/>
                    <a:pt x="13179" y="9221"/>
                    <a:pt x="12800" y="9031"/>
                  </a:cubicBezTo>
                  <a:lnTo>
                    <a:pt x="10714" y="7988"/>
                  </a:lnTo>
                  <a:lnTo>
                    <a:pt x="12800" y="6926"/>
                  </a:lnTo>
                  <a:cubicBezTo>
                    <a:pt x="13179" y="6756"/>
                    <a:pt x="13179" y="6225"/>
                    <a:pt x="12800" y="6035"/>
                  </a:cubicBezTo>
                  <a:lnTo>
                    <a:pt x="10714" y="4992"/>
                  </a:lnTo>
                  <a:lnTo>
                    <a:pt x="12800" y="3930"/>
                  </a:lnTo>
                  <a:cubicBezTo>
                    <a:pt x="12971" y="3855"/>
                    <a:pt x="13084" y="3684"/>
                    <a:pt x="13084" y="3494"/>
                  </a:cubicBezTo>
                  <a:cubicBezTo>
                    <a:pt x="13084" y="3305"/>
                    <a:pt x="12971" y="3134"/>
                    <a:pt x="12800" y="3039"/>
                  </a:cubicBezTo>
                  <a:lnTo>
                    <a:pt x="6808" y="43"/>
                  </a:lnTo>
                  <a:cubicBezTo>
                    <a:pt x="6742" y="15"/>
                    <a:pt x="6666" y="1"/>
                    <a:pt x="6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35">
            <a:extLst>
              <a:ext uri="{FF2B5EF4-FFF2-40B4-BE49-F238E27FC236}">
                <a16:creationId xmlns:a16="http://schemas.microsoft.com/office/drawing/2014/main" id="{3F449965-F094-4B9E-7170-31F28163502D}"/>
              </a:ext>
            </a:extLst>
          </p:cNvPr>
          <p:cNvGrpSpPr/>
          <p:nvPr/>
        </p:nvGrpSpPr>
        <p:grpSpPr>
          <a:xfrm>
            <a:off x="1771675" y="1545125"/>
            <a:ext cx="578325" cy="487500"/>
            <a:chOff x="4764875" y="1706700"/>
            <a:chExt cx="578325" cy="487500"/>
          </a:xfrm>
        </p:grpSpPr>
        <p:sp>
          <p:nvSpPr>
            <p:cNvPr id="697" name="Google Shape;697;p35">
              <a:extLst>
                <a:ext uri="{FF2B5EF4-FFF2-40B4-BE49-F238E27FC236}">
                  <a16:creationId xmlns:a16="http://schemas.microsoft.com/office/drawing/2014/main" id="{562383A5-143F-B22C-C8E6-B0593F70A435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>
              <a:extLst>
                <a:ext uri="{FF2B5EF4-FFF2-40B4-BE49-F238E27FC236}">
                  <a16:creationId xmlns:a16="http://schemas.microsoft.com/office/drawing/2014/main" id="{933F15C3-D100-6498-48DC-4A2E308F975B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35">
            <a:extLst>
              <a:ext uri="{FF2B5EF4-FFF2-40B4-BE49-F238E27FC236}">
                <a16:creationId xmlns:a16="http://schemas.microsoft.com/office/drawing/2014/main" id="{CFF76265-1BC5-6F79-93AA-AF97B37605BB}"/>
              </a:ext>
            </a:extLst>
          </p:cNvPr>
          <p:cNvGrpSpPr/>
          <p:nvPr/>
        </p:nvGrpSpPr>
        <p:grpSpPr>
          <a:xfrm>
            <a:off x="2209376" y="3407585"/>
            <a:ext cx="578325" cy="487500"/>
            <a:chOff x="4764875" y="1706700"/>
            <a:chExt cx="578325" cy="487500"/>
          </a:xfrm>
        </p:grpSpPr>
        <p:sp>
          <p:nvSpPr>
            <p:cNvPr id="700" name="Google Shape;700;p35">
              <a:extLst>
                <a:ext uri="{FF2B5EF4-FFF2-40B4-BE49-F238E27FC236}">
                  <a16:creationId xmlns:a16="http://schemas.microsoft.com/office/drawing/2014/main" id="{2707F75B-6270-008E-3132-9283C1BD1137}"/>
                </a:ext>
              </a:extLst>
            </p:cNvPr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5">
              <a:extLst>
                <a:ext uri="{FF2B5EF4-FFF2-40B4-BE49-F238E27FC236}">
                  <a16:creationId xmlns:a16="http://schemas.microsoft.com/office/drawing/2014/main" id="{D432AC42-B167-AE46-9CC7-9D23512E6DA9}"/>
                </a:ext>
              </a:extLst>
            </p:cNvPr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35">
            <a:extLst>
              <a:ext uri="{FF2B5EF4-FFF2-40B4-BE49-F238E27FC236}">
                <a16:creationId xmlns:a16="http://schemas.microsoft.com/office/drawing/2014/main" id="{63D0DA92-55F0-2A99-AB90-FC1E0C5E73F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conclusion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07" name="Google Shape;707;p35">
            <a:extLst>
              <a:ext uri="{FF2B5EF4-FFF2-40B4-BE49-F238E27FC236}">
                <a16:creationId xmlns:a16="http://schemas.microsoft.com/office/drawing/2014/main" id="{8BC726CB-6B55-D1BD-F468-595ADA9D6C2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ummary + future improvments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93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>
          <a:extLst>
            <a:ext uri="{FF2B5EF4-FFF2-40B4-BE49-F238E27FC236}">
              <a16:creationId xmlns:a16="http://schemas.microsoft.com/office/drawing/2014/main" id="{0F74394B-42EF-3437-BA12-1B0101CE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5">
            <a:extLst>
              <a:ext uri="{FF2B5EF4-FFF2-40B4-BE49-F238E27FC236}">
                <a16:creationId xmlns:a16="http://schemas.microsoft.com/office/drawing/2014/main" id="{64BADA24-5B71-9BBD-617E-7766A938F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3666" y="1011935"/>
            <a:ext cx="7290600" cy="841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  <a:r>
              <a:rPr lang="en-US" sz="4000" b="1" dirty="0">
                <a:solidFill>
                  <a:schemeClr val="bg1">
                    <a:lumMod val="75000"/>
                  </a:schemeClr>
                </a:solidFill>
              </a:rPr>
              <a:t>?</a:t>
            </a:r>
            <a:endParaRPr sz="2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667" name="Google Shape;667;p35">
            <a:extLst>
              <a:ext uri="{FF2B5EF4-FFF2-40B4-BE49-F238E27FC236}">
                <a16:creationId xmlns:a16="http://schemas.microsoft.com/office/drawing/2014/main" id="{E6C80F72-19A4-8B65-2386-CAD3423DE764}"/>
              </a:ext>
            </a:extLst>
          </p:cNvPr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668" name="Google Shape;668;p35">
              <a:extLst>
                <a:ext uri="{FF2B5EF4-FFF2-40B4-BE49-F238E27FC236}">
                  <a16:creationId xmlns:a16="http://schemas.microsoft.com/office/drawing/2014/main" id="{E19CF248-CEF3-41FC-AB99-426AEC70D57C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69" name="Google Shape;669;p35">
              <a:extLst>
                <a:ext uri="{FF2B5EF4-FFF2-40B4-BE49-F238E27FC236}">
                  <a16:creationId xmlns:a16="http://schemas.microsoft.com/office/drawing/2014/main" id="{A421DED1-7568-B863-D2B3-7E16BBE3AB0E}"/>
                </a:ext>
              </a:extLst>
            </p:cNvPr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6" name="Google Shape;706;p35">
            <a:extLst>
              <a:ext uri="{FF2B5EF4-FFF2-40B4-BE49-F238E27FC236}">
                <a16:creationId xmlns:a16="http://schemas.microsoft.com/office/drawing/2014/main" id="{03964D5B-97B5-F1C4-EC03-0D805CEB68E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Q&amp;A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7" name="Google Shape;706;p35">
            <a:extLst>
              <a:ext uri="{FF2B5EF4-FFF2-40B4-BE49-F238E27FC236}">
                <a16:creationId xmlns:a16="http://schemas.microsoft.com/office/drawing/2014/main" id="{C7DB2D0F-8614-D91F-3185-B9C6DFC02ED1}"/>
              </a:ext>
            </a:extLst>
          </p:cNvPr>
          <p:cNvSpPr txBox="1">
            <a:spLocks/>
          </p:cNvSpPr>
          <p:nvPr/>
        </p:nvSpPr>
        <p:spPr>
          <a:xfrm>
            <a:off x="2782966" y="2058994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2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listening</a:t>
            </a:r>
          </a:p>
        </p:txBody>
      </p:sp>
      <p:sp>
        <p:nvSpPr>
          <p:cNvPr id="18" name="Google Shape;706;p35">
            <a:extLst>
              <a:ext uri="{FF2B5EF4-FFF2-40B4-BE49-F238E27FC236}">
                <a16:creationId xmlns:a16="http://schemas.microsoft.com/office/drawing/2014/main" id="{DE8E3EAC-BD05-51E8-421A-773E5CA95490}"/>
              </a:ext>
            </a:extLst>
          </p:cNvPr>
          <p:cNvSpPr txBox="1">
            <a:spLocks/>
          </p:cNvSpPr>
          <p:nvPr/>
        </p:nvSpPr>
        <p:spPr>
          <a:xfrm>
            <a:off x="2782966" y="2416294"/>
            <a:ext cx="4572000" cy="888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extra features should we add?</a:t>
            </a:r>
          </a:p>
        </p:txBody>
      </p:sp>
    </p:spTree>
    <p:extLst>
      <p:ext uri="{BB962C8B-B14F-4D97-AF65-F5344CB8AC3E}">
        <p14:creationId xmlns:p14="http://schemas.microsoft.com/office/powerpoint/2010/main" val="185316761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915</Words>
  <Application>Microsoft Office PowerPoint</Application>
  <PresentationFormat>On-screen Show (16:9)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Fira Code</vt:lpstr>
      <vt:lpstr>Programming Language Workshop for Beginners by Slidesgo</vt:lpstr>
      <vt:lpstr>Introduction to Programming }   </vt:lpstr>
      <vt:lpstr>Contents Of ‘This Template’; {</vt:lpstr>
      <vt:lpstr>01</vt:lpstr>
      <vt:lpstr>Problem statment &lt; /1 &gt; { </vt:lpstr>
      <vt:lpstr>01 {</vt:lpstr>
      <vt:lpstr>User stories {</vt:lpstr>
      <vt:lpstr>Personal story {</vt:lpstr>
      <vt:lpstr>Ticket structures ‘struct’ {</vt:lpstr>
      <vt:lpstr>Queue operations &lt; /1 &gt; { </vt:lpstr>
      <vt:lpstr>Show &amp; tell; {</vt:lpstr>
      <vt:lpstr>Future proofing; {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Walid Hosam Mostafa Ibrahim, Ahmed (Stud SRH-University)</cp:lastModifiedBy>
  <cp:revision>3</cp:revision>
  <dcterms:modified xsi:type="dcterms:W3CDTF">2026-02-19T22:28:10Z</dcterms:modified>
</cp:coreProperties>
</file>